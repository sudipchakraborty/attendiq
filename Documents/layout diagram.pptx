
<file path=[Content_Types].xml><?xml version="1.0" encoding="utf-8"?>
<Types xmlns="http://schemas.openxmlformats.org/package/2006/content-types">
  <Default Extension="jpeg" ContentType="image/jpe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sldIdLst>
    <p:sldId id="256" r:id="rId2"/>
    <p:sldId id="257" r:id="rId3"/>
    <p:sldId id="258" r:id="rId4"/>
    <p:sldId id="259" r:id="rId5"/>
  </p:sldIdLst>
  <p:sldSz cx="12192000" cy="6858000"/>
  <p:notesSz cx="6858000" cy="9144000"/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>
  <a:tblStyle styleId="{5C22544A-7EE6-4342-B048-85BDC9FD1C3A}" styleName="Medium Style 2 - Accent 1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1">
              <a:tint val="20000"/>
            </a:schemeClr>
          </a:solidFill>
        </a:fill>
      </a:tcStyle>
    </a:wholeTbl>
    <a:band1H>
      <a:tcStyle>
        <a:tcBdr/>
        <a:fill>
          <a:solidFill>
            <a:schemeClr val="accent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1"/>
          </a:solidFill>
        </a:fill>
      </a:tcStyle>
    </a:firstRow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4995" autoAdjust="0"/>
    <p:restoredTop sz="94660"/>
  </p:normalViewPr>
  <p:slideViewPr>
    <p:cSldViewPr snapToGrid="0">
      <p:cViewPr varScale="1">
        <p:scale>
          <a:sx n="105" d="100"/>
          <a:sy n="105" d="100"/>
        </p:scale>
        <p:origin x="834" y="90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theme" Target="theme/theme1.xml"/><Relationship Id="rId3" Type="http://schemas.openxmlformats.org/officeDocument/2006/relationships/slide" Target="slides/slide2.xml"/><Relationship Id="rId7" Type="http://schemas.openxmlformats.org/officeDocument/2006/relationships/viewProps" Target="viewProps.xml"/><Relationship Id="rId2" Type="http://schemas.openxmlformats.org/officeDocument/2006/relationships/slide" Target="slides/slide1.xml"/><Relationship Id="rId1" Type="http://schemas.openxmlformats.org/officeDocument/2006/relationships/slideMaster" Target="slideMasters/slideMaster1.xml"/><Relationship Id="rId6" Type="http://schemas.openxmlformats.org/officeDocument/2006/relationships/presProps" Target="presProps.xml"/><Relationship Id="rId5" Type="http://schemas.openxmlformats.org/officeDocument/2006/relationships/slide" Target="slides/slide4.xml"/><Relationship Id="rId4" Type="http://schemas.openxmlformats.org/officeDocument/2006/relationships/slide" Target="slides/slide3.xml"/><Relationship Id="rId9" Type="http://schemas.openxmlformats.org/officeDocument/2006/relationships/tableStyles" Target="tableStyles.xml"/></Relationship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6005D899-2C6A-060C-4709-2FB5FA02CCE4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524000" y="1122363"/>
            <a:ext cx="9144000" cy="2387600"/>
          </a:xfrm>
        </p:spPr>
        <p:txBody>
          <a:bodyPr anchor="b"/>
          <a:lstStyle>
            <a:lvl1pPr algn="ctr">
              <a:defRPr sz="6000"/>
            </a:lvl1pPr>
          </a:lstStyle>
          <a:p>
            <a:r>
              <a:rPr lang="en-US"/>
              <a:t>Click to edit Master title style</a:t>
            </a:r>
            <a:endParaRPr lang="en-IN"/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21E48B50-F7D5-D625-D4FF-8737F539AAD0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524000" y="3602038"/>
            <a:ext cx="9144000" cy="1655762"/>
          </a:xfrm>
        </p:spPr>
        <p:txBody>
          <a:bodyPr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en-US"/>
              <a:t>Click to edit Master subtitle style</a:t>
            </a:r>
            <a:endParaRPr lang="en-IN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368BE25B-E48D-E41F-18E1-913BEE662CEC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7ECD55B-94AA-40FF-AB95-A06B07D49F4F}" type="datetimeFigureOut">
              <a:rPr lang="en-IN" smtClean="0"/>
              <a:t>25-10-2026</a:t>
            </a:fld>
            <a:endParaRPr lang="en-IN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E27C3D98-C75A-0DBC-3E3F-AF064BCA5447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IN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4DF848AB-0DD0-5867-A589-93B46487F22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6790AA8-9F88-4091-86D0-099700C1A0EA}" type="slidenum">
              <a:rPr lang="en-IN" smtClean="0"/>
              <a:t>‹#›</a:t>
            </a:fld>
            <a:endParaRPr lang="en-IN"/>
          </a:p>
        </p:txBody>
      </p:sp>
    </p:spTree>
    <p:extLst>
      <p:ext uri="{BB962C8B-B14F-4D97-AF65-F5344CB8AC3E}">
        <p14:creationId xmlns:p14="http://schemas.microsoft.com/office/powerpoint/2010/main" val="206557279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31CD79D1-3AEE-4418-1CB8-0381D6E2B99D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IN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FC6B9D21-A463-E88E-D536-DD6E541FC6FA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IN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7AB49A9D-359A-E0F9-7764-FC9EEBA5DCAE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7ECD55B-94AA-40FF-AB95-A06B07D49F4F}" type="datetimeFigureOut">
              <a:rPr lang="en-IN" smtClean="0"/>
              <a:t>25-10-2026</a:t>
            </a:fld>
            <a:endParaRPr lang="en-IN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22214E42-2C50-E54B-34CA-B3DB35D5CD38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IN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17528EC6-45B7-AD8F-A9B7-D9A27D0F8FFA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6790AA8-9F88-4091-86D0-099700C1A0EA}" type="slidenum">
              <a:rPr lang="en-IN" smtClean="0"/>
              <a:t>‹#›</a:t>
            </a:fld>
            <a:endParaRPr lang="en-IN"/>
          </a:p>
        </p:txBody>
      </p:sp>
    </p:spTree>
    <p:extLst>
      <p:ext uri="{BB962C8B-B14F-4D97-AF65-F5344CB8AC3E}">
        <p14:creationId xmlns:p14="http://schemas.microsoft.com/office/powerpoint/2010/main" val="610112072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6374E4C6-E35D-548A-3589-ECC1C0C857D6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1850" y="1709738"/>
            <a:ext cx="10515600" cy="2852737"/>
          </a:xfrm>
        </p:spPr>
        <p:txBody>
          <a:bodyPr anchor="b"/>
          <a:lstStyle>
            <a:lvl1pPr>
              <a:defRPr sz="6000"/>
            </a:lvl1pPr>
          </a:lstStyle>
          <a:p>
            <a:r>
              <a:rPr lang="en-US"/>
              <a:t>Click to edit Master title style</a:t>
            </a:r>
            <a:endParaRPr lang="en-IN"/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BD7AB07D-9CE3-E635-1FD0-1073714370EF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1850" y="4589463"/>
            <a:ext cx="10515600" cy="1500187"/>
          </a:xfrm>
        </p:spPr>
        <p:txBody>
          <a:bodyPr/>
          <a:lstStyle>
            <a:lvl1pPr marL="0" indent="0">
              <a:buNone/>
              <a:defRPr sz="2400">
                <a:solidFill>
                  <a:schemeClr val="tx1">
                    <a:tint val="82000"/>
                  </a:schemeClr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82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82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E8143BF8-73FF-2739-20F4-F9A47E9F4A43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7ECD55B-94AA-40FF-AB95-A06B07D49F4F}" type="datetimeFigureOut">
              <a:rPr lang="en-IN" smtClean="0"/>
              <a:t>25-10-2026</a:t>
            </a:fld>
            <a:endParaRPr lang="en-IN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6F0097CE-2DA7-1131-762F-B1323B609103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IN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543A1528-8FD7-B947-10AD-671937DCBF10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6790AA8-9F88-4091-86D0-099700C1A0EA}" type="slidenum">
              <a:rPr lang="en-IN" smtClean="0"/>
              <a:t>‹#›</a:t>
            </a:fld>
            <a:endParaRPr lang="en-IN"/>
          </a:p>
        </p:txBody>
      </p:sp>
    </p:spTree>
    <p:extLst>
      <p:ext uri="{BB962C8B-B14F-4D97-AF65-F5344CB8AC3E}">
        <p14:creationId xmlns:p14="http://schemas.microsoft.com/office/powerpoint/2010/main" val="3397887566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F98BF041-F064-E814-BCD9-67F6A946C6E4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IN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F968E2CD-B290-59AE-A42F-6F1944600F1E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838200" y="1825625"/>
            <a:ext cx="5181600" cy="435133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IN"/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27304887-0369-B01A-B359-BEE79F63648A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6172200" y="1825625"/>
            <a:ext cx="5181600" cy="435133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IN"/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E534793F-E9E1-279C-1022-FCD01EE83843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7ECD55B-94AA-40FF-AB95-A06B07D49F4F}" type="datetimeFigureOut">
              <a:rPr lang="en-IN" smtClean="0"/>
              <a:t>25-10-2026</a:t>
            </a:fld>
            <a:endParaRPr lang="en-IN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46E592B9-B5F1-0A45-3EE7-75C0F57497DA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IN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EDD3AFF3-EEA9-707A-D08E-ABED28CA9CFC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6790AA8-9F88-4091-86D0-099700C1A0EA}" type="slidenum">
              <a:rPr lang="en-IN" smtClean="0"/>
              <a:t>‹#›</a:t>
            </a:fld>
            <a:endParaRPr lang="en-IN"/>
          </a:p>
        </p:txBody>
      </p:sp>
    </p:spTree>
    <p:extLst>
      <p:ext uri="{BB962C8B-B14F-4D97-AF65-F5344CB8AC3E}">
        <p14:creationId xmlns:p14="http://schemas.microsoft.com/office/powerpoint/2010/main" val="1025990193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A5C11FDC-5C70-F33E-52F2-404CA6550559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365125"/>
            <a:ext cx="10515600" cy="1325563"/>
          </a:xfrm>
        </p:spPr>
        <p:txBody>
          <a:bodyPr/>
          <a:lstStyle/>
          <a:p>
            <a:r>
              <a:rPr lang="en-US"/>
              <a:t>Click to edit Master title style</a:t>
            </a:r>
            <a:endParaRPr lang="en-IN"/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989C9CE5-7441-4707-2997-92D3E99906AA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9788" y="1681163"/>
            <a:ext cx="5157787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C058F315-7050-A07B-F355-14B0CE6AAFE8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839788" y="2505075"/>
            <a:ext cx="5157787" cy="368458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IN"/>
          </a:p>
        </p:txBody>
      </p:sp>
      <p:sp>
        <p:nvSpPr>
          <p:cNvPr id="5" name="Text Placeholder 4">
            <a:extLst>
              <a:ext uri="{FF2B5EF4-FFF2-40B4-BE49-F238E27FC236}">
                <a16:creationId xmlns:a16="http://schemas.microsoft.com/office/drawing/2014/main" id="{584478CE-2F4F-D402-43A0-FE1FEB08B1E0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>
          <a:xfrm>
            <a:off x="6172200" y="1681163"/>
            <a:ext cx="5183188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>
            <a:extLst>
              <a:ext uri="{FF2B5EF4-FFF2-40B4-BE49-F238E27FC236}">
                <a16:creationId xmlns:a16="http://schemas.microsoft.com/office/drawing/2014/main" id="{626B5960-94FB-6201-C59F-3ACF28401BE3}"/>
              </a:ext>
            </a:extLst>
          </p:cNvPr>
          <p:cNvSpPr>
            <a:spLocks noGrp="1"/>
          </p:cNvSpPr>
          <p:nvPr>
            <p:ph sz="quarter" idx="4"/>
          </p:nvPr>
        </p:nvSpPr>
        <p:spPr>
          <a:xfrm>
            <a:off x="6172200" y="2505075"/>
            <a:ext cx="5183188" cy="368458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IN"/>
          </a:p>
        </p:txBody>
      </p:sp>
      <p:sp>
        <p:nvSpPr>
          <p:cNvPr id="7" name="Date Placeholder 6">
            <a:extLst>
              <a:ext uri="{FF2B5EF4-FFF2-40B4-BE49-F238E27FC236}">
                <a16:creationId xmlns:a16="http://schemas.microsoft.com/office/drawing/2014/main" id="{583BA886-AF67-5ABB-3C8B-E44368B0FCA9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7ECD55B-94AA-40FF-AB95-A06B07D49F4F}" type="datetimeFigureOut">
              <a:rPr lang="en-IN" smtClean="0"/>
              <a:t>25-10-2026</a:t>
            </a:fld>
            <a:endParaRPr lang="en-IN"/>
          </a:p>
        </p:txBody>
      </p:sp>
      <p:sp>
        <p:nvSpPr>
          <p:cNvPr id="8" name="Footer Placeholder 7">
            <a:extLst>
              <a:ext uri="{FF2B5EF4-FFF2-40B4-BE49-F238E27FC236}">
                <a16:creationId xmlns:a16="http://schemas.microsoft.com/office/drawing/2014/main" id="{880DD163-1238-9F96-2922-392E88812D1E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IN"/>
          </a:p>
        </p:txBody>
      </p:sp>
      <p:sp>
        <p:nvSpPr>
          <p:cNvPr id="9" name="Slide Number Placeholder 8">
            <a:extLst>
              <a:ext uri="{FF2B5EF4-FFF2-40B4-BE49-F238E27FC236}">
                <a16:creationId xmlns:a16="http://schemas.microsoft.com/office/drawing/2014/main" id="{0F9D3581-17BF-2921-2795-C9A68BD2D0D5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6790AA8-9F88-4091-86D0-099700C1A0EA}" type="slidenum">
              <a:rPr lang="en-IN" smtClean="0"/>
              <a:t>‹#›</a:t>
            </a:fld>
            <a:endParaRPr lang="en-IN"/>
          </a:p>
        </p:txBody>
      </p:sp>
    </p:spTree>
    <p:extLst>
      <p:ext uri="{BB962C8B-B14F-4D97-AF65-F5344CB8AC3E}">
        <p14:creationId xmlns:p14="http://schemas.microsoft.com/office/powerpoint/2010/main" val="1824247387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1EC73242-FB94-5751-E84D-51532B260A58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IN"/>
          </a:p>
        </p:txBody>
      </p:sp>
      <p:sp>
        <p:nvSpPr>
          <p:cNvPr id="3" name="Date Placeholder 2">
            <a:extLst>
              <a:ext uri="{FF2B5EF4-FFF2-40B4-BE49-F238E27FC236}">
                <a16:creationId xmlns:a16="http://schemas.microsoft.com/office/drawing/2014/main" id="{3551BE49-D090-6A6D-6FF9-0E028D3679E9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7ECD55B-94AA-40FF-AB95-A06B07D49F4F}" type="datetimeFigureOut">
              <a:rPr lang="en-IN" smtClean="0"/>
              <a:t>25-10-2026</a:t>
            </a:fld>
            <a:endParaRPr lang="en-IN"/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14E7F6A1-2629-B885-4630-A79DFDB2E3DE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IN"/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A37C5EC1-14EF-56C5-A6D5-95F54516B83F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6790AA8-9F88-4091-86D0-099700C1A0EA}" type="slidenum">
              <a:rPr lang="en-IN" smtClean="0"/>
              <a:t>‹#›</a:t>
            </a:fld>
            <a:endParaRPr lang="en-IN"/>
          </a:p>
        </p:txBody>
      </p:sp>
    </p:spTree>
    <p:extLst>
      <p:ext uri="{BB962C8B-B14F-4D97-AF65-F5344CB8AC3E}">
        <p14:creationId xmlns:p14="http://schemas.microsoft.com/office/powerpoint/2010/main" val="3100968820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>
            <a:extLst>
              <a:ext uri="{FF2B5EF4-FFF2-40B4-BE49-F238E27FC236}">
                <a16:creationId xmlns:a16="http://schemas.microsoft.com/office/drawing/2014/main" id="{89785293-0830-AE78-BA70-634587D68FAC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7ECD55B-94AA-40FF-AB95-A06B07D49F4F}" type="datetimeFigureOut">
              <a:rPr lang="en-IN" smtClean="0"/>
              <a:t>25-10-2026</a:t>
            </a:fld>
            <a:endParaRPr lang="en-IN"/>
          </a:p>
        </p:txBody>
      </p:sp>
      <p:sp>
        <p:nvSpPr>
          <p:cNvPr id="3" name="Footer Placeholder 2">
            <a:extLst>
              <a:ext uri="{FF2B5EF4-FFF2-40B4-BE49-F238E27FC236}">
                <a16:creationId xmlns:a16="http://schemas.microsoft.com/office/drawing/2014/main" id="{4DF914A6-A999-2717-408C-3E819AD2DF76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IN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EB4BE9EC-911E-DB1A-0F3F-5F2C48DE2B5C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6790AA8-9F88-4091-86D0-099700C1A0EA}" type="slidenum">
              <a:rPr lang="en-IN" smtClean="0"/>
              <a:t>‹#›</a:t>
            </a:fld>
            <a:endParaRPr lang="en-IN"/>
          </a:p>
        </p:txBody>
      </p:sp>
    </p:spTree>
    <p:extLst>
      <p:ext uri="{BB962C8B-B14F-4D97-AF65-F5344CB8AC3E}">
        <p14:creationId xmlns:p14="http://schemas.microsoft.com/office/powerpoint/2010/main" val="3786817659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4B4FFB16-DF80-8A60-940C-DE8B046600FB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  <a:endParaRPr lang="en-IN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C049A74F-F303-FD7C-3F5E-54ACEA13DC62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IN"/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351B677E-1E3B-3247-D675-D6BE3A287FC0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4DC0D414-730B-29FF-4647-FF4ABF3E6739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7ECD55B-94AA-40FF-AB95-A06B07D49F4F}" type="datetimeFigureOut">
              <a:rPr lang="en-IN" smtClean="0"/>
              <a:t>25-10-2026</a:t>
            </a:fld>
            <a:endParaRPr lang="en-IN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9AC8D332-3DA1-F2DA-9F1A-01D7376830B2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IN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D1CF7B5C-D898-B1EA-A79C-E72C615FB17E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6790AA8-9F88-4091-86D0-099700C1A0EA}" type="slidenum">
              <a:rPr lang="en-IN" smtClean="0"/>
              <a:t>‹#›</a:t>
            </a:fld>
            <a:endParaRPr lang="en-IN"/>
          </a:p>
        </p:txBody>
      </p:sp>
    </p:spTree>
    <p:extLst>
      <p:ext uri="{BB962C8B-B14F-4D97-AF65-F5344CB8AC3E}">
        <p14:creationId xmlns:p14="http://schemas.microsoft.com/office/powerpoint/2010/main" val="1096693729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1B7F66A9-8771-52D6-8BFE-E2A01D2E0DCE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  <a:endParaRPr lang="en-IN"/>
          </a:p>
        </p:txBody>
      </p:sp>
      <p:sp>
        <p:nvSpPr>
          <p:cNvPr id="3" name="Picture Placeholder 2">
            <a:extLst>
              <a:ext uri="{FF2B5EF4-FFF2-40B4-BE49-F238E27FC236}">
                <a16:creationId xmlns:a16="http://schemas.microsoft.com/office/drawing/2014/main" id="{1F9AC073-9073-1119-CECA-C79F5ED33279}"/>
              </a:ext>
            </a:extLst>
          </p:cNvPr>
          <p:cNvSpPr>
            <a:spLocks noGrp="1" noChangeAspect="1"/>
          </p:cNvSpPr>
          <p:nvPr>
            <p:ph type="pic"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IN"/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FA9B77FB-ADFD-9E60-5D26-212964507BAF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600AAD89-21F3-413D-6A14-E946D4683F06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7ECD55B-94AA-40FF-AB95-A06B07D49F4F}" type="datetimeFigureOut">
              <a:rPr lang="en-IN" smtClean="0"/>
              <a:t>25-10-2026</a:t>
            </a:fld>
            <a:endParaRPr lang="en-IN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13DBDF3B-084F-74CF-850B-BEA052AF72C2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IN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81E592B5-A932-1444-4431-69502B8F6E7D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6790AA8-9F88-4091-86D0-099700C1A0EA}" type="slidenum">
              <a:rPr lang="en-IN" smtClean="0"/>
              <a:t>‹#›</a:t>
            </a:fld>
            <a:endParaRPr lang="en-IN"/>
          </a:p>
        </p:txBody>
      </p:sp>
    </p:spTree>
    <p:extLst>
      <p:ext uri="{BB962C8B-B14F-4D97-AF65-F5344CB8AC3E}">
        <p14:creationId xmlns:p14="http://schemas.microsoft.com/office/powerpoint/2010/main" val="4206790851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1A90BA15-3478-8769-0530-AAECDD5E3021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IN"/>
          </a:p>
        </p:txBody>
      </p:sp>
      <p:sp>
        <p:nvSpPr>
          <p:cNvPr id="3" name="Vertical Text Placeholder 2">
            <a:extLst>
              <a:ext uri="{FF2B5EF4-FFF2-40B4-BE49-F238E27FC236}">
                <a16:creationId xmlns:a16="http://schemas.microsoft.com/office/drawing/2014/main" id="{027D5C44-4367-9B8A-589E-30A0DBC59B49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IN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C21EA8E1-5450-129F-8B87-139F6A888937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7ECD55B-94AA-40FF-AB95-A06B07D49F4F}" type="datetimeFigureOut">
              <a:rPr lang="en-IN" smtClean="0"/>
              <a:t>25-10-2026</a:t>
            </a:fld>
            <a:endParaRPr lang="en-IN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B8575D35-BECF-3321-A9C9-0B09826936C0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IN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14603BAA-FC58-4B3C-0778-63B20848CF11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6790AA8-9F88-4091-86D0-099700C1A0EA}" type="slidenum">
              <a:rPr lang="en-IN" smtClean="0"/>
              <a:t>‹#›</a:t>
            </a:fld>
            <a:endParaRPr lang="en-IN"/>
          </a:p>
        </p:txBody>
      </p:sp>
    </p:spTree>
    <p:extLst>
      <p:ext uri="{BB962C8B-B14F-4D97-AF65-F5344CB8AC3E}">
        <p14:creationId xmlns:p14="http://schemas.microsoft.com/office/powerpoint/2010/main" val="4021396149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>
            <a:extLst>
              <a:ext uri="{FF2B5EF4-FFF2-40B4-BE49-F238E27FC236}">
                <a16:creationId xmlns:a16="http://schemas.microsoft.com/office/drawing/2014/main" id="{F10A1AF7-3B45-C41E-742D-40BB1EB8FCED}"/>
              </a:ext>
            </a:extLst>
          </p:cNvPr>
          <p:cNvSpPr>
            <a:spLocks noGrp="1"/>
          </p:cNvSpPr>
          <p:nvPr>
            <p:ph type="title" orient="vert"/>
          </p:nvPr>
        </p:nvSpPr>
        <p:spPr>
          <a:xfrm>
            <a:off x="8724900" y="365125"/>
            <a:ext cx="2628900" cy="5811838"/>
          </a:xfrm>
        </p:spPr>
        <p:txBody>
          <a:bodyPr vert="eaVert"/>
          <a:lstStyle/>
          <a:p>
            <a:r>
              <a:rPr lang="en-US"/>
              <a:t>Click to edit Master title style</a:t>
            </a:r>
            <a:endParaRPr lang="en-IN"/>
          </a:p>
        </p:txBody>
      </p:sp>
      <p:sp>
        <p:nvSpPr>
          <p:cNvPr id="3" name="Vertical Text Placeholder 2">
            <a:extLst>
              <a:ext uri="{FF2B5EF4-FFF2-40B4-BE49-F238E27FC236}">
                <a16:creationId xmlns:a16="http://schemas.microsoft.com/office/drawing/2014/main" id="{23B4F3EC-E5E9-CCBB-46F9-508F7E10F25C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>
          <a:xfrm>
            <a:off x="838200" y="365125"/>
            <a:ext cx="7734300" cy="5811838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IN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36379239-7617-2B5F-3613-66207DC0FD1C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7ECD55B-94AA-40FF-AB95-A06B07D49F4F}" type="datetimeFigureOut">
              <a:rPr lang="en-IN" smtClean="0"/>
              <a:t>25-10-2026</a:t>
            </a:fld>
            <a:endParaRPr lang="en-IN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D0C4608C-E235-0928-CD9C-D7350846BD82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IN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13E888AD-5096-754F-EEA6-E717A8029262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6790AA8-9F88-4091-86D0-099700C1A0EA}" type="slidenum">
              <a:rPr lang="en-IN" smtClean="0"/>
              <a:t>‹#›</a:t>
            </a:fld>
            <a:endParaRPr lang="en-IN"/>
          </a:p>
        </p:txBody>
      </p:sp>
    </p:spTree>
    <p:extLst>
      <p:ext uri="{BB962C8B-B14F-4D97-AF65-F5344CB8AC3E}">
        <p14:creationId xmlns:p14="http://schemas.microsoft.com/office/powerpoint/2010/main" val="2195619348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>
            <a:extLst>
              <a:ext uri="{FF2B5EF4-FFF2-40B4-BE49-F238E27FC236}">
                <a16:creationId xmlns:a16="http://schemas.microsoft.com/office/drawing/2014/main" id="{13B65185-0AC2-EF1A-097D-F631B0CF7331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/>
              <a:t>Click to edit Master title style</a:t>
            </a:r>
            <a:endParaRPr lang="en-IN"/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BA303C3F-4BCF-EF5A-9DF6-EE5B8B51CCEF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IN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E67F2C14-A7FB-118E-DEEA-2FF3DE4B05E0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B7ECD55B-94AA-40FF-AB95-A06B07D49F4F}" type="datetimeFigureOut">
              <a:rPr lang="en-IN" smtClean="0"/>
              <a:t>25-10-2026</a:t>
            </a:fld>
            <a:endParaRPr lang="en-IN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F1C620D1-D9A7-6FCA-9033-C67167BDB91A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endParaRPr lang="en-IN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3D53C6B6-C448-C72E-A6FB-321C84718A2D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F6790AA8-9F88-4091-86D0-099700C1A0EA}" type="slidenum">
              <a:rPr lang="en-IN" smtClean="0"/>
              <a:t>‹#›</a:t>
            </a:fld>
            <a:endParaRPr lang="en-IN"/>
          </a:p>
        </p:txBody>
      </p:sp>
    </p:spTree>
    <p:extLst>
      <p:ext uri="{BB962C8B-B14F-4D97-AF65-F5344CB8AC3E}">
        <p14:creationId xmlns:p14="http://schemas.microsoft.com/office/powerpoint/2010/main" val="619563647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Rectangle: Rounded Corners 3">
            <a:extLst>
              <a:ext uri="{FF2B5EF4-FFF2-40B4-BE49-F238E27FC236}">
                <a16:creationId xmlns:a16="http://schemas.microsoft.com/office/drawing/2014/main" id="{FD25F1CC-5018-6773-4C10-2A78613CAA5E}"/>
              </a:ext>
            </a:extLst>
          </p:cNvPr>
          <p:cNvSpPr/>
          <p:nvPr/>
        </p:nvSpPr>
        <p:spPr>
          <a:xfrm>
            <a:off x="676656" y="512064"/>
            <a:ext cx="10826496" cy="5513832"/>
          </a:xfrm>
          <a:prstGeom prst="roundRect">
            <a:avLst>
              <a:gd name="adj" fmla="val 2405"/>
            </a:avLst>
          </a:prstGeom>
          <a:noFill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IN"/>
          </a:p>
        </p:txBody>
      </p:sp>
      <p:sp>
        <p:nvSpPr>
          <p:cNvPr id="5" name="Rectangle 4">
            <a:extLst>
              <a:ext uri="{FF2B5EF4-FFF2-40B4-BE49-F238E27FC236}">
                <a16:creationId xmlns:a16="http://schemas.microsoft.com/office/drawing/2014/main" id="{4E50DD40-2845-5CB1-5ACD-D13CA02CC613}"/>
              </a:ext>
            </a:extLst>
          </p:cNvPr>
          <p:cNvSpPr/>
          <p:nvPr/>
        </p:nvSpPr>
        <p:spPr>
          <a:xfrm>
            <a:off x="1645920" y="1261872"/>
            <a:ext cx="3099816" cy="393192"/>
          </a:xfrm>
          <a:prstGeom prst="rect">
            <a:avLst/>
          </a:prstGeom>
          <a:noFill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IN"/>
          </a:p>
        </p:txBody>
      </p:sp>
      <p:sp>
        <p:nvSpPr>
          <p:cNvPr id="6" name="TextBox 5">
            <a:extLst>
              <a:ext uri="{FF2B5EF4-FFF2-40B4-BE49-F238E27FC236}">
                <a16:creationId xmlns:a16="http://schemas.microsoft.com/office/drawing/2014/main" id="{9FAB8185-0290-9A55-1C11-7A614B493EF5}"/>
              </a:ext>
            </a:extLst>
          </p:cNvPr>
          <p:cNvSpPr txBox="1"/>
          <p:nvPr/>
        </p:nvSpPr>
        <p:spPr>
          <a:xfrm>
            <a:off x="4745736" y="1261872"/>
            <a:ext cx="2700530" cy="64633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IN" dirty="0"/>
              <a:t>Monthly Attendance File Upload</a:t>
            </a:r>
          </a:p>
        </p:txBody>
      </p:sp>
      <p:sp>
        <p:nvSpPr>
          <p:cNvPr id="7" name="Rectangle 6">
            <a:extLst>
              <a:ext uri="{FF2B5EF4-FFF2-40B4-BE49-F238E27FC236}">
                <a16:creationId xmlns:a16="http://schemas.microsoft.com/office/drawing/2014/main" id="{FF8C549D-4A94-5896-CE58-1D67C598F1A6}"/>
              </a:ext>
            </a:extLst>
          </p:cNvPr>
          <p:cNvSpPr/>
          <p:nvPr/>
        </p:nvSpPr>
        <p:spPr>
          <a:xfrm>
            <a:off x="1645920" y="1874520"/>
            <a:ext cx="3099816" cy="393192"/>
          </a:xfrm>
          <a:prstGeom prst="rect">
            <a:avLst/>
          </a:prstGeom>
          <a:noFill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IN"/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D06A02B0-48DF-7B91-D347-B274C62DA8FD}"/>
              </a:ext>
            </a:extLst>
          </p:cNvPr>
          <p:cNvSpPr txBox="1"/>
          <p:nvPr/>
        </p:nvSpPr>
        <p:spPr>
          <a:xfrm>
            <a:off x="4745736" y="1874521"/>
            <a:ext cx="1929384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IN" dirty="0"/>
              <a:t>Weekly leave</a:t>
            </a:r>
          </a:p>
        </p:txBody>
      </p:sp>
      <p:sp>
        <p:nvSpPr>
          <p:cNvPr id="9" name="Rectangle 8">
            <a:extLst>
              <a:ext uri="{FF2B5EF4-FFF2-40B4-BE49-F238E27FC236}">
                <a16:creationId xmlns:a16="http://schemas.microsoft.com/office/drawing/2014/main" id="{E1D5C4A7-3E86-46AD-DC80-2D88DC4A3741}"/>
              </a:ext>
            </a:extLst>
          </p:cNvPr>
          <p:cNvSpPr/>
          <p:nvPr/>
        </p:nvSpPr>
        <p:spPr>
          <a:xfrm>
            <a:off x="1645920" y="2457739"/>
            <a:ext cx="3099816" cy="393192"/>
          </a:xfrm>
          <a:prstGeom prst="rect">
            <a:avLst/>
          </a:prstGeom>
          <a:noFill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IN" dirty="0">
                <a:solidFill>
                  <a:schemeClr val="tx1"/>
                </a:solidFill>
              </a:rPr>
              <a:t>10,12</a:t>
            </a:r>
          </a:p>
        </p:txBody>
      </p:sp>
      <p:sp>
        <p:nvSpPr>
          <p:cNvPr id="10" name="TextBox 9">
            <a:extLst>
              <a:ext uri="{FF2B5EF4-FFF2-40B4-BE49-F238E27FC236}">
                <a16:creationId xmlns:a16="http://schemas.microsoft.com/office/drawing/2014/main" id="{DD6C3410-B6D4-84B6-CB67-D406E917F93C}"/>
              </a:ext>
            </a:extLst>
          </p:cNvPr>
          <p:cNvSpPr txBox="1"/>
          <p:nvPr/>
        </p:nvSpPr>
        <p:spPr>
          <a:xfrm>
            <a:off x="6503670" y="2457739"/>
            <a:ext cx="1929384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IN" dirty="0"/>
              <a:t>Monthly Holiday</a:t>
            </a:r>
          </a:p>
        </p:txBody>
      </p:sp>
      <p:sp>
        <p:nvSpPr>
          <p:cNvPr id="11" name="TextBox 10">
            <a:extLst>
              <a:ext uri="{FF2B5EF4-FFF2-40B4-BE49-F238E27FC236}">
                <a16:creationId xmlns:a16="http://schemas.microsoft.com/office/drawing/2014/main" id="{DB0CDABA-BDB3-349D-FC9C-D450AE58C066}"/>
              </a:ext>
            </a:extLst>
          </p:cNvPr>
          <p:cNvSpPr txBox="1"/>
          <p:nvPr/>
        </p:nvSpPr>
        <p:spPr>
          <a:xfrm>
            <a:off x="4860036" y="2381012"/>
            <a:ext cx="1106424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IN" dirty="0"/>
              <a:t>From File</a:t>
            </a:r>
          </a:p>
        </p:txBody>
      </p:sp>
      <p:sp>
        <p:nvSpPr>
          <p:cNvPr id="12" name="TextBox 11">
            <a:extLst>
              <a:ext uri="{FF2B5EF4-FFF2-40B4-BE49-F238E27FC236}">
                <a16:creationId xmlns:a16="http://schemas.microsoft.com/office/drawing/2014/main" id="{149F2B61-A52C-8781-CFB4-E89E0E2243A5}"/>
              </a:ext>
            </a:extLst>
          </p:cNvPr>
          <p:cNvSpPr txBox="1"/>
          <p:nvPr/>
        </p:nvSpPr>
        <p:spPr>
          <a:xfrm>
            <a:off x="4869180" y="2583967"/>
            <a:ext cx="1700784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IN" dirty="0"/>
              <a:t>From Textbox</a:t>
            </a:r>
          </a:p>
        </p:txBody>
      </p:sp>
      <p:sp>
        <p:nvSpPr>
          <p:cNvPr id="13" name="Rectangle 12">
            <a:extLst>
              <a:ext uri="{FF2B5EF4-FFF2-40B4-BE49-F238E27FC236}">
                <a16:creationId xmlns:a16="http://schemas.microsoft.com/office/drawing/2014/main" id="{27EEB92F-4A49-53D9-89E9-361A69A4ECEC}"/>
              </a:ext>
            </a:extLst>
          </p:cNvPr>
          <p:cNvSpPr/>
          <p:nvPr/>
        </p:nvSpPr>
        <p:spPr>
          <a:xfrm>
            <a:off x="2996184" y="3240657"/>
            <a:ext cx="1475232" cy="393192"/>
          </a:xfrm>
          <a:prstGeom prst="rect">
            <a:avLst/>
          </a:prstGeom>
          <a:noFill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IN" dirty="0">
                <a:solidFill>
                  <a:schemeClr val="tx1"/>
                </a:solidFill>
              </a:rPr>
              <a:t>10,12</a:t>
            </a:r>
          </a:p>
        </p:txBody>
      </p:sp>
      <p:sp>
        <p:nvSpPr>
          <p:cNvPr id="14" name="TextBox 13">
            <a:extLst>
              <a:ext uri="{FF2B5EF4-FFF2-40B4-BE49-F238E27FC236}">
                <a16:creationId xmlns:a16="http://schemas.microsoft.com/office/drawing/2014/main" id="{B31B048A-6E0C-1091-8813-61FC74973322}"/>
              </a:ext>
            </a:extLst>
          </p:cNvPr>
          <p:cNvSpPr txBox="1"/>
          <p:nvPr/>
        </p:nvSpPr>
        <p:spPr>
          <a:xfrm>
            <a:off x="5315713" y="3238556"/>
            <a:ext cx="1244346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IN" dirty="0"/>
              <a:t>Tiffin Time </a:t>
            </a:r>
          </a:p>
        </p:txBody>
      </p:sp>
      <p:sp>
        <p:nvSpPr>
          <p:cNvPr id="15" name="TextBox 14">
            <a:extLst>
              <a:ext uri="{FF2B5EF4-FFF2-40B4-BE49-F238E27FC236}">
                <a16:creationId xmlns:a16="http://schemas.microsoft.com/office/drawing/2014/main" id="{161CA151-0B40-D911-1676-BB1CF90A90B2}"/>
              </a:ext>
            </a:extLst>
          </p:cNvPr>
          <p:cNvSpPr txBox="1"/>
          <p:nvPr/>
        </p:nvSpPr>
        <p:spPr>
          <a:xfrm>
            <a:off x="1096137" y="3240657"/>
            <a:ext cx="1900047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IN" dirty="0"/>
              <a:t>Office Start Time</a:t>
            </a:r>
          </a:p>
        </p:txBody>
      </p:sp>
      <p:sp>
        <p:nvSpPr>
          <p:cNvPr id="16" name="Rectangle 15">
            <a:extLst>
              <a:ext uri="{FF2B5EF4-FFF2-40B4-BE49-F238E27FC236}">
                <a16:creationId xmlns:a16="http://schemas.microsoft.com/office/drawing/2014/main" id="{063EE4E1-FA33-AE51-FBD0-E9D4E16B666C}"/>
              </a:ext>
            </a:extLst>
          </p:cNvPr>
          <p:cNvSpPr/>
          <p:nvPr/>
        </p:nvSpPr>
        <p:spPr>
          <a:xfrm>
            <a:off x="6560058" y="3240657"/>
            <a:ext cx="844298" cy="393192"/>
          </a:xfrm>
          <a:prstGeom prst="rect">
            <a:avLst/>
          </a:prstGeom>
          <a:noFill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IN" dirty="0">
                <a:solidFill>
                  <a:schemeClr val="tx1"/>
                </a:solidFill>
              </a:rPr>
              <a:t>30</a:t>
            </a:r>
          </a:p>
        </p:txBody>
      </p:sp>
      <p:sp>
        <p:nvSpPr>
          <p:cNvPr id="17" name="TextBox 16">
            <a:extLst>
              <a:ext uri="{FF2B5EF4-FFF2-40B4-BE49-F238E27FC236}">
                <a16:creationId xmlns:a16="http://schemas.microsoft.com/office/drawing/2014/main" id="{E50727F6-3049-BA76-9C4F-50EE21A69920}"/>
              </a:ext>
            </a:extLst>
          </p:cNvPr>
          <p:cNvSpPr txBox="1"/>
          <p:nvPr/>
        </p:nvSpPr>
        <p:spPr>
          <a:xfrm>
            <a:off x="8378190" y="3249591"/>
            <a:ext cx="1106424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IN" dirty="0"/>
              <a:t>End time</a:t>
            </a:r>
          </a:p>
        </p:txBody>
      </p:sp>
      <p:sp>
        <p:nvSpPr>
          <p:cNvPr id="18" name="Rectangle 17">
            <a:extLst>
              <a:ext uri="{FF2B5EF4-FFF2-40B4-BE49-F238E27FC236}">
                <a16:creationId xmlns:a16="http://schemas.microsoft.com/office/drawing/2014/main" id="{72673005-E761-47D7-3506-52227354C046}"/>
              </a:ext>
            </a:extLst>
          </p:cNvPr>
          <p:cNvSpPr/>
          <p:nvPr/>
        </p:nvSpPr>
        <p:spPr>
          <a:xfrm>
            <a:off x="9474708" y="3264095"/>
            <a:ext cx="1475232" cy="393192"/>
          </a:xfrm>
          <a:prstGeom prst="rect">
            <a:avLst/>
          </a:prstGeom>
          <a:noFill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IN" dirty="0">
                <a:solidFill>
                  <a:schemeClr val="tx1"/>
                </a:solidFill>
              </a:rPr>
              <a:t>10,12</a:t>
            </a:r>
          </a:p>
        </p:txBody>
      </p:sp>
      <p:sp>
        <p:nvSpPr>
          <p:cNvPr id="19" name="TextBox 18">
            <a:extLst>
              <a:ext uri="{FF2B5EF4-FFF2-40B4-BE49-F238E27FC236}">
                <a16:creationId xmlns:a16="http://schemas.microsoft.com/office/drawing/2014/main" id="{19DB30CA-FF76-48F2-4EB9-96E37B2C6908}"/>
              </a:ext>
            </a:extLst>
          </p:cNvPr>
          <p:cNvSpPr txBox="1"/>
          <p:nvPr/>
        </p:nvSpPr>
        <p:spPr>
          <a:xfrm>
            <a:off x="7404356" y="3291421"/>
            <a:ext cx="844298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IN" dirty="0"/>
              <a:t>Mins.</a:t>
            </a:r>
          </a:p>
        </p:txBody>
      </p:sp>
      <p:sp>
        <p:nvSpPr>
          <p:cNvPr id="20" name="Rectangle 19">
            <a:extLst>
              <a:ext uri="{FF2B5EF4-FFF2-40B4-BE49-F238E27FC236}">
                <a16:creationId xmlns:a16="http://schemas.microsoft.com/office/drawing/2014/main" id="{CEF21A77-B130-CB27-3E23-CEE47FEF16BA}"/>
              </a:ext>
            </a:extLst>
          </p:cNvPr>
          <p:cNvSpPr/>
          <p:nvPr/>
        </p:nvSpPr>
        <p:spPr>
          <a:xfrm>
            <a:off x="1645920" y="3862288"/>
            <a:ext cx="3099816" cy="393192"/>
          </a:xfrm>
          <a:prstGeom prst="rect">
            <a:avLst/>
          </a:prstGeom>
          <a:noFill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IN" dirty="0">
              <a:solidFill>
                <a:schemeClr val="tx1"/>
              </a:solidFill>
            </a:endParaRPr>
          </a:p>
        </p:txBody>
      </p:sp>
      <p:sp>
        <p:nvSpPr>
          <p:cNvPr id="22" name="TextBox 21">
            <a:extLst>
              <a:ext uri="{FF2B5EF4-FFF2-40B4-BE49-F238E27FC236}">
                <a16:creationId xmlns:a16="http://schemas.microsoft.com/office/drawing/2014/main" id="{8C14F419-931C-FC46-BB30-86C8A6D1A1E4}"/>
              </a:ext>
            </a:extLst>
          </p:cNvPr>
          <p:cNvSpPr txBox="1"/>
          <p:nvPr/>
        </p:nvSpPr>
        <p:spPr>
          <a:xfrm>
            <a:off x="4745736" y="3872485"/>
            <a:ext cx="1929384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IN" dirty="0"/>
              <a:t>Salary list Upload</a:t>
            </a:r>
          </a:p>
        </p:txBody>
      </p:sp>
      <p:sp>
        <p:nvSpPr>
          <p:cNvPr id="29" name="Rectangle: Rounded Corners 28">
            <a:extLst>
              <a:ext uri="{FF2B5EF4-FFF2-40B4-BE49-F238E27FC236}">
                <a16:creationId xmlns:a16="http://schemas.microsoft.com/office/drawing/2014/main" id="{D1BC3D27-AB26-A1B5-EDB6-2A163770A3A9}"/>
              </a:ext>
            </a:extLst>
          </p:cNvPr>
          <p:cNvSpPr/>
          <p:nvPr/>
        </p:nvSpPr>
        <p:spPr>
          <a:xfrm>
            <a:off x="9658350" y="5597094"/>
            <a:ext cx="1309878" cy="301752"/>
          </a:xfrm>
          <a:prstGeom prst="round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IN" dirty="0"/>
              <a:t>Report</a:t>
            </a:r>
          </a:p>
        </p:txBody>
      </p:sp>
      <p:sp>
        <p:nvSpPr>
          <p:cNvPr id="30" name="TextBox 29">
            <a:extLst>
              <a:ext uri="{FF2B5EF4-FFF2-40B4-BE49-F238E27FC236}">
                <a16:creationId xmlns:a16="http://schemas.microsoft.com/office/drawing/2014/main" id="{8205F127-77D0-90CB-BCE7-B13B83F83E9A}"/>
              </a:ext>
            </a:extLst>
          </p:cNvPr>
          <p:cNvSpPr txBox="1"/>
          <p:nvPr/>
        </p:nvSpPr>
        <p:spPr>
          <a:xfrm>
            <a:off x="7543800" y="996696"/>
            <a:ext cx="2700530" cy="92333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IN" dirty="0"/>
              <a:t>Total file upload but selected  start and end calculate. Keep </a:t>
            </a:r>
            <a:r>
              <a:rPr lang="en-IN" dirty="0" err="1"/>
              <a:t>calender</a:t>
            </a:r>
            <a:endParaRPr lang="en-IN" dirty="0"/>
          </a:p>
        </p:txBody>
      </p:sp>
    </p:spTree>
    <p:extLst>
      <p:ext uri="{BB962C8B-B14F-4D97-AF65-F5344CB8AC3E}">
        <p14:creationId xmlns:p14="http://schemas.microsoft.com/office/powerpoint/2010/main" val="3842130452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Rectangle: Rounded Corners 4">
            <a:extLst>
              <a:ext uri="{FF2B5EF4-FFF2-40B4-BE49-F238E27FC236}">
                <a16:creationId xmlns:a16="http://schemas.microsoft.com/office/drawing/2014/main" id="{4A022EF2-9D35-54DE-8CC5-C3EEB87DBE7F}"/>
              </a:ext>
            </a:extLst>
          </p:cNvPr>
          <p:cNvSpPr/>
          <p:nvPr/>
        </p:nvSpPr>
        <p:spPr>
          <a:xfrm>
            <a:off x="10669905" y="6493543"/>
            <a:ext cx="1309878" cy="301752"/>
          </a:xfrm>
          <a:prstGeom prst="round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IN" sz="1600" dirty="0"/>
              <a:t>Download</a:t>
            </a:r>
          </a:p>
        </p:txBody>
      </p:sp>
      <p:sp>
        <p:nvSpPr>
          <p:cNvPr id="6" name="TextBox 5">
            <a:extLst>
              <a:ext uri="{FF2B5EF4-FFF2-40B4-BE49-F238E27FC236}">
                <a16:creationId xmlns:a16="http://schemas.microsoft.com/office/drawing/2014/main" id="{E5C3AC79-0FAD-B583-7891-4ECCA0DFA078}"/>
              </a:ext>
            </a:extLst>
          </p:cNvPr>
          <p:cNvSpPr txBox="1"/>
          <p:nvPr/>
        </p:nvSpPr>
        <p:spPr>
          <a:xfrm>
            <a:off x="5065776" y="605290"/>
            <a:ext cx="1481328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IN" dirty="0"/>
              <a:t>Report</a:t>
            </a:r>
          </a:p>
        </p:txBody>
      </p:sp>
      <p:sp>
        <p:nvSpPr>
          <p:cNvPr id="7" name="Oval 6">
            <a:extLst>
              <a:ext uri="{FF2B5EF4-FFF2-40B4-BE49-F238E27FC236}">
                <a16:creationId xmlns:a16="http://schemas.microsoft.com/office/drawing/2014/main" id="{0AF74A99-4ECA-5239-A0A3-CDF4220C2361}"/>
              </a:ext>
            </a:extLst>
          </p:cNvPr>
          <p:cNvSpPr/>
          <p:nvPr/>
        </p:nvSpPr>
        <p:spPr>
          <a:xfrm>
            <a:off x="1261872" y="1704212"/>
            <a:ext cx="85916" cy="86487"/>
          </a:xfrm>
          <a:prstGeom prst="ellipse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IN"/>
          </a:p>
        </p:txBody>
      </p:sp>
      <p:sp>
        <p:nvSpPr>
          <p:cNvPr id="8" name="Oval 7">
            <a:extLst>
              <a:ext uri="{FF2B5EF4-FFF2-40B4-BE49-F238E27FC236}">
                <a16:creationId xmlns:a16="http://schemas.microsoft.com/office/drawing/2014/main" id="{3C0D9237-F35C-E210-B274-2B12BB064575}"/>
              </a:ext>
            </a:extLst>
          </p:cNvPr>
          <p:cNvSpPr/>
          <p:nvPr/>
        </p:nvSpPr>
        <p:spPr>
          <a:xfrm>
            <a:off x="1161288" y="1591056"/>
            <a:ext cx="265176" cy="274320"/>
          </a:xfrm>
          <a:prstGeom prst="ellipse">
            <a:avLst/>
          </a:prstGeom>
          <a:noFill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IN"/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29BF0DF7-2A39-B1FA-837B-2D418F814BD6}"/>
              </a:ext>
            </a:extLst>
          </p:cNvPr>
          <p:cNvSpPr txBox="1"/>
          <p:nvPr/>
        </p:nvSpPr>
        <p:spPr>
          <a:xfrm>
            <a:off x="1767840" y="1508760"/>
            <a:ext cx="1021080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IN" dirty="0"/>
              <a:t>Weekly</a:t>
            </a:r>
          </a:p>
        </p:txBody>
      </p:sp>
      <p:sp>
        <p:nvSpPr>
          <p:cNvPr id="10" name="Oval 9">
            <a:extLst>
              <a:ext uri="{FF2B5EF4-FFF2-40B4-BE49-F238E27FC236}">
                <a16:creationId xmlns:a16="http://schemas.microsoft.com/office/drawing/2014/main" id="{A77E2089-DCCC-9DAD-1D7D-5C96213EDD0D}"/>
              </a:ext>
            </a:extLst>
          </p:cNvPr>
          <p:cNvSpPr/>
          <p:nvPr/>
        </p:nvSpPr>
        <p:spPr>
          <a:xfrm>
            <a:off x="1261872" y="2186700"/>
            <a:ext cx="85916" cy="86487"/>
          </a:xfrm>
          <a:prstGeom prst="ellipse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IN"/>
          </a:p>
        </p:txBody>
      </p:sp>
      <p:sp>
        <p:nvSpPr>
          <p:cNvPr id="11" name="Oval 10">
            <a:extLst>
              <a:ext uri="{FF2B5EF4-FFF2-40B4-BE49-F238E27FC236}">
                <a16:creationId xmlns:a16="http://schemas.microsoft.com/office/drawing/2014/main" id="{21E4EB2F-2877-999C-D20A-7B782F89D7C0}"/>
              </a:ext>
            </a:extLst>
          </p:cNvPr>
          <p:cNvSpPr/>
          <p:nvPr/>
        </p:nvSpPr>
        <p:spPr>
          <a:xfrm>
            <a:off x="1161288" y="2073544"/>
            <a:ext cx="265176" cy="274320"/>
          </a:xfrm>
          <a:prstGeom prst="ellipse">
            <a:avLst/>
          </a:prstGeom>
          <a:noFill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IN"/>
          </a:p>
        </p:txBody>
      </p:sp>
      <p:sp>
        <p:nvSpPr>
          <p:cNvPr id="12" name="TextBox 11">
            <a:extLst>
              <a:ext uri="{FF2B5EF4-FFF2-40B4-BE49-F238E27FC236}">
                <a16:creationId xmlns:a16="http://schemas.microsoft.com/office/drawing/2014/main" id="{51252605-B70D-F51F-5C24-140EAE5E2720}"/>
              </a:ext>
            </a:extLst>
          </p:cNvPr>
          <p:cNvSpPr txBox="1"/>
          <p:nvPr/>
        </p:nvSpPr>
        <p:spPr>
          <a:xfrm>
            <a:off x="1767840" y="1991248"/>
            <a:ext cx="1021080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IN" dirty="0"/>
              <a:t>Monthly</a:t>
            </a:r>
          </a:p>
        </p:txBody>
      </p:sp>
      <p:sp>
        <p:nvSpPr>
          <p:cNvPr id="13" name="Oval 12">
            <a:extLst>
              <a:ext uri="{FF2B5EF4-FFF2-40B4-BE49-F238E27FC236}">
                <a16:creationId xmlns:a16="http://schemas.microsoft.com/office/drawing/2014/main" id="{7CF29E44-200A-A38E-1C20-DA574AD669DC}"/>
              </a:ext>
            </a:extLst>
          </p:cNvPr>
          <p:cNvSpPr/>
          <p:nvPr/>
        </p:nvSpPr>
        <p:spPr>
          <a:xfrm>
            <a:off x="1261872" y="2656472"/>
            <a:ext cx="85916" cy="86487"/>
          </a:xfrm>
          <a:prstGeom prst="ellipse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IN"/>
          </a:p>
        </p:txBody>
      </p:sp>
      <p:sp>
        <p:nvSpPr>
          <p:cNvPr id="14" name="Oval 13">
            <a:extLst>
              <a:ext uri="{FF2B5EF4-FFF2-40B4-BE49-F238E27FC236}">
                <a16:creationId xmlns:a16="http://schemas.microsoft.com/office/drawing/2014/main" id="{F1D3910C-FB68-0E26-383F-037E263EEA2C}"/>
              </a:ext>
            </a:extLst>
          </p:cNvPr>
          <p:cNvSpPr/>
          <p:nvPr/>
        </p:nvSpPr>
        <p:spPr>
          <a:xfrm>
            <a:off x="1161288" y="2543316"/>
            <a:ext cx="265176" cy="274320"/>
          </a:xfrm>
          <a:prstGeom prst="ellipse">
            <a:avLst/>
          </a:prstGeom>
          <a:noFill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IN"/>
          </a:p>
        </p:txBody>
      </p:sp>
      <p:sp>
        <p:nvSpPr>
          <p:cNvPr id="15" name="TextBox 14">
            <a:extLst>
              <a:ext uri="{FF2B5EF4-FFF2-40B4-BE49-F238E27FC236}">
                <a16:creationId xmlns:a16="http://schemas.microsoft.com/office/drawing/2014/main" id="{234782A2-C213-7211-8A50-20AB8B8DF75B}"/>
              </a:ext>
            </a:extLst>
          </p:cNvPr>
          <p:cNvSpPr txBox="1"/>
          <p:nvPr/>
        </p:nvSpPr>
        <p:spPr>
          <a:xfrm>
            <a:off x="1767840" y="2461020"/>
            <a:ext cx="1021080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IN" dirty="0"/>
              <a:t>Yearly</a:t>
            </a:r>
          </a:p>
        </p:txBody>
      </p:sp>
      <p:sp>
        <p:nvSpPr>
          <p:cNvPr id="18" name="Oval 17">
            <a:extLst>
              <a:ext uri="{FF2B5EF4-FFF2-40B4-BE49-F238E27FC236}">
                <a16:creationId xmlns:a16="http://schemas.microsoft.com/office/drawing/2014/main" id="{72EA5934-6900-D2D1-B2EE-F6493AE4B022}"/>
              </a:ext>
            </a:extLst>
          </p:cNvPr>
          <p:cNvSpPr/>
          <p:nvPr/>
        </p:nvSpPr>
        <p:spPr>
          <a:xfrm>
            <a:off x="1261872" y="3196632"/>
            <a:ext cx="85916" cy="86487"/>
          </a:xfrm>
          <a:prstGeom prst="ellipse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IN"/>
          </a:p>
        </p:txBody>
      </p:sp>
      <p:sp>
        <p:nvSpPr>
          <p:cNvPr id="19" name="Oval 18">
            <a:extLst>
              <a:ext uri="{FF2B5EF4-FFF2-40B4-BE49-F238E27FC236}">
                <a16:creationId xmlns:a16="http://schemas.microsoft.com/office/drawing/2014/main" id="{76FC86C3-67F7-D591-2C47-4651B9E16CF2}"/>
              </a:ext>
            </a:extLst>
          </p:cNvPr>
          <p:cNvSpPr/>
          <p:nvPr/>
        </p:nvSpPr>
        <p:spPr>
          <a:xfrm>
            <a:off x="1161288" y="3083476"/>
            <a:ext cx="265176" cy="274320"/>
          </a:xfrm>
          <a:prstGeom prst="ellipse">
            <a:avLst/>
          </a:prstGeom>
          <a:noFill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IN"/>
          </a:p>
        </p:txBody>
      </p:sp>
      <p:sp>
        <p:nvSpPr>
          <p:cNvPr id="20" name="TextBox 19">
            <a:extLst>
              <a:ext uri="{FF2B5EF4-FFF2-40B4-BE49-F238E27FC236}">
                <a16:creationId xmlns:a16="http://schemas.microsoft.com/office/drawing/2014/main" id="{9A72FD92-8BCE-AF95-0707-29D4438997D1}"/>
              </a:ext>
            </a:extLst>
          </p:cNvPr>
          <p:cNvSpPr txBox="1"/>
          <p:nvPr/>
        </p:nvSpPr>
        <p:spPr>
          <a:xfrm>
            <a:off x="1767840" y="3001180"/>
            <a:ext cx="1021080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IN" dirty="0"/>
              <a:t>Custom</a:t>
            </a:r>
          </a:p>
        </p:txBody>
      </p:sp>
      <p:sp>
        <p:nvSpPr>
          <p:cNvPr id="21" name="TextBox 20">
            <a:extLst>
              <a:ext uri="{FF2B5EF4-FFF2-40B4-BE49-F238E27FC236}">
                <a16:creationId xmlns:a16="http://schemas.microsoft.com/office/drawing/2014/main" id="{EE9C5AE8-A3C8-04C9-3C91-A4182386DC36}"/>
              </a:ext>
            </a:extLst>
          </p:cNvPr>
          <p:cNvSpPr txBox="1"/>
          <p:nvPr/>
        </p:nvSpPr>
        <p:spPr>
          <a:xfrm>
            <a:off x="5559552" y="1704212"/>
            <a:ext cx="5129784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IN" dirty="0"/>
              <a:t>Individual report</a:t>
            </a:r>
          </a:p>
        </p:txBody>
      </p:sp>
      <p:graphicFrame>
        <p:nvGraphicFramePr>
          <p:cNvPr id="23" name="Table 22">
            <a:extLst>
              <a:ext uri="{FF2B5EF4-FFF2-40B4-BE49-F238E27FC236}">
                <a16:creationId xmlns:a16="http://schemas.microsoft.com/office/drawing/2014/main" id="{92470E9C-A8C8-1580-6C24-3C3A1D4F17A6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705551540"/>
              </p:ext>
            </p:extLst>
          </p:nvPr>
        </p:nvGraphicFramePr>
        <p:xfrm>
          <a:off x="2883410" y="2514600"/>
          <a:ext cx="9049512" cy="9144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131189">
                  <a:extLst>
                    <a:ext uri="{9D8B030D-6E8A-4147-A177-3AD203B41FA5}">
                      <a16:colId xmlns:a16="http://schemas.microsoft.com/office/drawing/2014/main" val="658167059"/>
                    </a:ext>
                  </a:extLst>
                </a:gridCol>
                <a:gridCol w="1131189">
                  <a:extLst>
                    <a:ext uri="{9D8B030D-6E8A-4147-A177-3AD203B41FA5}">
                      <a16:colId xmlns:a16="http://schemas.microsoft.com/office/drawing/2014/main" val="2504421756"/>
                    </a:ext>
                  </a:extLst>
                </a:gridCol>
                <a:gridCol w="1131189">
                  <a:extLst>
                    <a:ext uri="{9D8B030D-6E8A-4147-A177-3AD203B41FA5}">
                      <a16:colId xmlns:a16="http://schemas.microsoft.com/office/drawing/2014/main" val="2645067491"/>
                    </a:ext>
                  </a:extLst>
                </a:gridCol>
                <a:gridCol w="1131189">
                  <a:extLst>
                    <a:ext uri="{9D8B030D-6E8A-4147-A177-3AD203B41FA5}">
                      <a16:colId xmlns:a16="http://schemas.microsoft.com/office/drawing/2014/main" val="2146295636"/>
                    </a:ext>
                  </a:extLst>
                </a:gridCol>
                <a:gridCol w="1131189">
                  <a:extLst>
                    <a:ext uri="{9D8B030D-6E8A-4147-A177-3AD203B41FA5}">
                      <a16:colId xmlns:a16="http://schemas.microsoft.com/office/drawing/2014/main" val="2496263421"/>
                    </a:ext>
                  </a:extLst>
                </a:gridCol>
                <a:gridCol w="1131189">
                  <a:extLst>
                    <a:ext uri="{9D8B030D-6E8A-4147-A177-3AD203B41FA5}">
                      <a16:colId xmlns:a16="http://schemas.microsoft.com/office/drawing/2014/main" val="3589713064"/>
                    </a:ext>
                  </a:extLst>
                </a:gridCol>
                <a:gridCol w="1131189">
                  <a:extLst>
                    <a:ext uri="{9D8B030D-6E8A-4147-A177-3AD203B41FA5}">
                      <a16:colId xmlns:a16="http://schemas.microsoft.com/office/drawing/2014/main" val="816358044"/>
                    </a:ext>
                  </a:extLst>
                </a:gridCol>
                <a:gridCol w="1131189">
                  <a:extLst>
                    <a:ext uri="{9D8B030D-6E8A-4147-A177-3AD203B41FA5}">
                      <a16:colId xmlns:a16="http://schemas.microsoft.com/office/drawing/2014/main" val="272110961"/>
                    </a:ext>
                  </a:extLst>
                </a:gridCol>
              </a:tblGrid>
              <a:tr h="370840">
                <a:tc>
                  <a:txBody>
                    <a:bodyPr/>
                    <a:lstStyle/>
                    <a:p>
                      <a:r>
                        <a:rPr lang="en-IN" sz="1200" dirty="0"/>
                        <a:t>Date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IN" sz="1200" dirty="0"/>
                        <a:t>Name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IN" sz="1200" dirty="0"/>
                        <a:t>Start Time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IN" sz="1200" dirty="0"/>
                        <a:t>Tiffin Time</a:t>
                      </a:r>
                    </a:p>
                    <a:p>
                      <a:r>
                        <a:rPr lang="en-IN" sz="1200" dirty="0"/>
                        <a:t>Entry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IN" sz="1200" dirty="0"/>
                        <a:t>Tiffin Time Exit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IN" sz="1200" dirty="0"/>
                        <a:t>Exit Time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IN" sz="1200" dirty="0"/>
                        <a:t>Total Working Hours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IN" sz="1200" dirty="0"/>
                        <a:t>Salary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458125013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r>
                        <a:rPr lang="en-IN" sz="1200" dirty="0"/>
                        <a:t>20.10.2026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IN" sz="1200" dirty="0"/>
                        <a:t>Mahendra Kole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IN" sz="1200" dirty="0"/>
                        <a:t>09:00:00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IN" sz="1200" dirty="0"/>
                        <a:t>14:00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IN" sz="1200" dirty="0"/>
                        <a:t>15:00</a:t>
                      </a:r>
                    </a:p>
                    <a:p>
                      <a:endParaRPr lang="en-IN" sz="12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IN" sz="1200" dirty="0"/>
                        <a:t>19:00:00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lang="en-IN" sz="12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lang="en-IN" sz="1200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2656049630"/>
                  </a:ext>
                </a:extLst>
              </a:tr>
            </a:tbl>
          </a:graphicData>
        </a:graphic>
      </p:graphicFrame>
      <p:sp>
        <p:nvSpPr>
          <p:cNvPr id="24" name="Rectangle: Rounded Corners 23">
            <a:extLst>
              <a:ext uri="{FF2B5EF4-FFF2-40B4-BE49-F238E27FC236}">
                <a16:creationId xmlns:a16="http://schemas.microsoft.com/office/drawing/2014/main" id="{35024C19-5D18-C731-84A4-8B311876DD3A}"/>
              </a:ext>
            </a:extLst>
          </p:cNvPr>
          <p:cNvSpPr/>
          <p:nvPr/>
        </p:nvSpPr>
        <p:spPr>
          <a:xfrm>
            <a:off x="8035292" y="4961182"/>
            <a:ext cx="2160270" cy="301752"/>
          </a:xfrm>
          <a:prstGeom prst="round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en-IN" dirty="0"/>
              <a:t>Grand Total Salary</a:t>
            </a:r>
          </a:p>
        </p:txBody>
      </p:sp>
      <p:sp>
        <p:nvSpPr>
          <p:cNvPr id="25" name="Rectangle: Rounded Corners 24">
            <a:extLst>
              <a:ext uri="{FF2B5EF4-FFF2-40B4-BE49-F238E27FC236}">
                <a16:creationId xmlns:a16="http://schemas.microsoft.com/office/drawing/2014/main" id="{33DDD5DA-45A3-0811-D8A3-1D892F30D904}"/>
              </a:ext>
            </a:extLst>
          </p:cNvPr>
          <p:cNvSpPr/>
          <p:nvPr/>
        </p:nvSpPr>
        <p:spPr>
          <a:xfrm>
            <a:off x="10469882" y="3568304"/>
            <a:ext cx="1415034" cy="301752"/>
          </a:xfrm>
          <a:prstGeom prst="round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en-IN" dirty="0"/>
              <a:t>20,000.00</a:t>
            </a:r>
          </a:p>
        </p:txBody>
      </p:sp>
      <p:sp>
        <p:nvSpPr>
          <p:cNvPr id="2" name="Rectangle: Rounded Corners 1">
            <a:extLst>
              <a:ext uri="{FF2B5EF4-FFF2-40B4-BE49-F238E27FC236}">
                <a16:creationId xmlns:a16="http://schemas.microsoft.com/office/drawing/2014/main" id="{04EA2965-1B6E-6749-D37C-B61E54FA3986}"/>
              </a:ext>
            </a:extLst>
          </p:cNvPr>
          <p:cNvSpPr/>
          <p:nvPr/>
        </p:nvSpPr>
        <p:spPr>
          <a:xfrm>
            <a:off x="10517888" y="4929767"/>
            <a:ext cx="1415034" cy="364582"/>
          </a:xfrm>
          <a:prstGeom prst="round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IN" dirty="0"/>
              <a:t>75844.00</a:t>
            </a:r>
          </a:p>
        </p:txBody>
      </p:sp>
      <p:sp>
        <p:nvSpPr>
          <p:cNvPr id="4" name="Rectangle: Rounded Corners 3">
            <a:extLst>
              <a:ext uri="{FF2B5EF4-FFF2-40B4-BE49-F238E27FC236}">
                <a16:creationId xmlns:a16="http://schemas.microsoft.com/office/drawing/2014/main" id="{B70CFCFA-665E-4297-D8E2-9522807004BA}"/>
              </a:ext>
            </a:extLst>
          </p:cNvPr>
          <p:cNvSpPr/>
          <p:nvPr/>
        </p:nvSpPr>
        <p:spPr>
          <a:xfrm>
            <a:off x="8805674" y="3569196"/>
            <a:ext cx="1538478" cy="301752"/>
          </a:xfrm>
          <a:prstGeom prst="round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en-IN" dirty="0"/>
              <a:t>Total Salary</a:t>
            </a:r>
          </a:p>
        </p:txBody>
      </p:sp>
      <p:sp>
        <p:nvSpPr>
          <p:cNvPr id="16" name="Rectangle: Rounded Corners 15">
            <a:extLst>
              <a:ext uri="{FF2B5EF4-FFF2-40B4-BE49-F238E27FC236}">
                <a16:creationId xmlns:a16="http://schemas.microsoft.com/office/drawing/2014/main" id="{08373082-69DA-5F29-DF0F-5A5E5CC3448D}"/>
              </a:ext>
            </a:extLst>
          </p:cNvPr>
          <p:cNvSpPr/>
          <p:nvPr/>
        </p:nvSpPr>
        <p:spPr>
          <a:xfrm>
            <a:off x="6189730" y="4077615"/>
            <a:ext cx="1136142" cy="301752"/>
          </a:xfrm>
          <a:prstGeom prst="round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en-IN" dirty="0"/>
              <a:t>Sunday</a:t>
            </a:r>
          </a:p>
        </p:txBody>
      </p:sp>
      <p:sp>
        <p:nvSpPr>
          <p:cNvPr id="17" name="Rectangle: Rounded Corners 16">
            <a:extLst>
              <a:ext uri="{FF2B5EF4-FFF2-40B4-BE49-F238E27FC236}">
                <a16:creationId xmlns:a16="http://schemas.microsoft.com/office/drawing/2014/main" id="{6132E0C4-AC3B-C7C6-DDAC-085DEC5DA346}"/>
              </a:ext>
            </a:extLst>
          </p:cNvPr>
          <p:cNvSpPr/>
          <p:nvPr/>
        </p:nvSpPr>
        <p:spPr>
          <a:xfrm>
            <a:off x="7452362" y="4046200"/>
            <a:ext cx="1415034" cy="364582"/>
          </a:xfrm>
          <a:prstGeom prst="round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IN" dirty="0"/>
              <a:t>450.00</a:t>
            </a:r>
          </a:p>
        </p:txBody>
      </p:sp>
      <p:sp>
        <p:nvSpPr>
          <p:cNvPr id="22" name="TextBox 21">
            <a:extLst>
              <a:ext uri="{FF2B5EF4-FFF2-40B4-BE49-F238E27FC236}">
                <a16:creationId xmlns:a16="http://schemas.microsoft.com/office/drawing/2014/main" id="{014603C2-6678-1911-F535-B3BCB1F7FEBA}"/>
              </a:ext>
            </a:extLst>
          </p:cNvPr>
          <p:cNvSpPr txBox="1"/>
          <p:nvPr/>
        </p:nvSpPr>
        <p:spPr>
          <a:xfrm>
            <a:off x="8877683" y="4024751"/>
            <a:ext cx="337185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IN" dirty="0"/>
              <a:t>X</a:t>
            </a:r>
          </a:p>
        </p:txBody>
      </p:sp>
      <p:sp>
        <p:nvSpPr>
          <p:cNvPr id="26" name="Rectangle: Rounded Corners 25">
            <a:extLst>
              <a:ext uri="{FF2B5EF4-FFF2-40B4-BE49-F238E27FC236}">
                <a16:creationId xmlns:a16="http://schemas.microsoft.com/office/drawing/2014/main" id="{F839AC7E-7118-CC6B-8415-308421018CAB}"/>
              </a:ext>
            </a:extLst>
          </p:cNvPr>
          <p:cNvSpPr/>
          <p:nvPr/>
        </p:nvSpPr>
        <p:spPr>
          <a:xfrm>
            <a:off x="9177149" y="4027126"/>
            <a:ext cx="690372" cy="364582"/>
          </a:xfrm>
          <a:prstGeom prst="round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IN" dirty="0"/>
              <a:t>4</a:t>
            </a:r>
          </a:p>
        </p:txBody>
      </p:sp>
      <p:sp>
        <p:nvSpPr>
          <p:cNvPr id="27" name="Rectangle: Rounded Corners 26">
            <a:extLst>
              <a:ext uri="{FF2B5EF4-FFF2-40B4-BE49-F238E27FC236}">
                <a16:creationId xmlns:a16="http://schemas.microsoft.com/office/drawing/2014/main" id="{CB85928E-343A-15E7-DAA1-A195828C1005}"/>
              </a:ext>
            </a:extLst>
          </p:cNvPr>
          <p:cNvSpPr/>
          <p:nvPr/>
        </p:nvSpPr>
        <p:spPr>
          <a:xfrm>
            <a:off x="10469882" y="3976879"/>
            <a:ext cx="1415034" cy="364582"/>
          </a:xfrm>
          <a:prstGeom prst="round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IN" dirty="0"/>
              <a:t>2511.00</a:t>
            </a:r>
          </a:p>
        </p:txBody>
      </p:sp>
      <p:sp>
        <p:nvSpPr>
          <p:cNvPr id="28" name="Rectangle: Rounded Corners 27">
            <a:extLst>
              <a:ext uri="{FF2B5EF4-FFF2-40B4-BE49-F238E27FC236}">
                <a16:creationId xmlns:a16="http://schemas.microsoft.com/office/drawing/2014/main" id="{2B3619BD-CE3C-BAE4-5306-C7584D87E3E1}"/>
              </a:ext>
            </a:extLst>
          </p:cNvPr>
          <p:cNvSpPr/>
          <p:nvPr/>
        </p:nvSpPr>
        <p:spPr>
          <a:xfrm>
            <a:off x="6189730" y="4508535"/>
            <a:ext cx="1136142" cy="301752"/>
          </a:xfrm>
          <a:prstGeom prst="round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en-IN" dirty="0"/>
              <a:t>Leave</a:t>
            </a:r>
          </a:p>
        </p:txBody>
      </p:sp>
      <p:sp>
        <p:nvSpPr>
          <p:cNvPr id="29" name="Rectangle: Rounded Corners 28">
            <a:extLst>
              <a:ext uri="{FF2B5EF4-FFF2-40B4-BE49-F238E27FC236}">
                <a16:creationId xmlns:a16="http://schemas.microsoft.com/office/drawing/2014/main" id="{6D1783A1-7B86-1147-B264-7DBDFB8C195B}"/>
              </a:ext>
            </a:extLst>
          </p:cNvPr>
          <p:cNvSpPr/>
          <p:nvPr/>
        </p:nvSpPr>
        <p:spPr>
          <a:xfrm>
            <a:off x="7452362" y="4477120"/>
            <a:ext cx="1415034" cy="364582"/>
          </a:xfrm>
          <a:prstGeom prst="round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IN" dirty="0"/>
              <a:t>53321.00</a:t>
            </a:r>
          </a:p>
        </p:txBody>
      </p:sp>
      <p:sp>
        <p:nvSpPr>
          <p:cNvPr id="30" name="TextBox 29">
            <a:extLst>
              <a:ext uri="{FF2B5EF4-FFF2-40B4-BE49-F238E27FC236}">
                <a16:creationId xmlns:a16="http://schemas.microsoft.com/office/drawing/2014/main" id="{BD8FCDF4-77AF-F19B-C636-0C46E2F2A452}"/>
              </a:ext>
            </a:extLst>
          </p:cNvPr>
          <p:cNvSpPr txBox="1"/>
          <p:nvPr/>
        </p:nvSpPr>
        <p:spPr>
          <a:xfrm>
            <a:off x="8877683" y="4455671"/>
            <a:ext cx="337185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IN" dirty="0"/>
              <a:t>X</a:t>
            </a:r>
          </a:p>
        </p:txBody>
      </p:sp>
      <p:sp>
        <p:nvSpPr>
          <p:cNvPr id="31" name="Rectangle: Rounded Corners 30">
            <a:extLst>
              <a:ext uri="{FF2B5EF4-FFF2-40B4-BE49-F238E27FC236}">
                <a16:creationId xmlns:a16="http://schemas.microsoft.com/office/drawing/2014/main" id="{BC0082C0-F45B-02BC-6FDD-01400BDBE33B}"/>
              </a:ext>
            </a:extLst>
          </p:cNvPr>
          <p:cNvSpPr/>
          <p:nvPr/>
        </p:nvSpPr>
        <p:spPr>
          <a:xfrm>
            <a:off x="9177149" y="4458046"/>
            <a:ext cx="690372" cy="364582"/>
          </a:xfrm>
          <a:prstGeom prst="round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IN" dirty="0"/>
              <a:t>2</a:t>
            </a:r>
          </a:p>
        </p:txBody>
      </p:sp>
      <p:sp>
        <p:nvSpPr>
          <p:cNvPr id="32" name="Rectangle: Rounded Corners 31">
            <a:extLst>
              <a:ext uri="{FF2B5EF4-FFF2-40B4-BE49-F238E27FC236}">
                <a16:creationId xmlns:a16="http://schemas.microsoft.com/office/drawing/2014/main" id="{440B53B0-D928-B74C-DB57-88C9E759D5AA}"/>
              </a:ext>
            </a:extLst>
          </p:cNvPr>
          <p:cNvSpPr/>
          <p:nvPr/>
        </p:nvSpPr>
        <p:spPr>
          <a:xfrm>
            <a:off x="10469882" y="4407799"/>
            <a:ext cx="1415034" cy="364582"/>
          </a:xfrm>
          <a:prstGeom prst="round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IN" dirty="0"/>
              <a:t>6522.00</a:t>
            </a:r>
          </a:p>
        </p:txBody>
      </p:sp>
    </p:spTree>
    <p:extLst>
      <p:ext uri="{BB962C8B-B14F-4D97-AF65-F5344CB8AC3E}">
        <p14:creationId xmlns:p14="http://schemas.microsoft.com/office/powerpoint/2010/main" val="2069953299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4" name="Table 3">
            <a:extLst>
              <a:ext uri="{FF2B5EF4-FFF2-40B4-BE49-F238E27FC236}">
                <a16:creationId xmlns:a16="http://schemas.microsoft.com/office/drawing/2014/main" id="{166B8E4C-64D0-B09F-F731-656F19FC1E34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943272285"/>
              </p:ext>
            </p:extLst>
          </p:nvPr>
        </p:nvGraphicFramePr>
        <p:xfrm>
          <a:off x="1346200" y="2100410"/>
          <a:ext cx="8128000" cy="74168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4064000">
                  <a:extLst>
                    <a:ext uri="{9D8B030D-6E8A-4147-A177-3AD203B41FA5}">
                      <a16:colId xmlns:a16="http://schemas.microsoft.com/office/drawing/2014/main" val="2801595198"/>
                    </a:ext>
                  </a:extLst>
                </a:gridCol>
                <a:gridCol w="4064000">
                  <a:extLst>
                    <a:ext uri="{9D8B030D-6E8A-4147-A177-3AD203B41FA5}">
                      <a16:colId xmlns:a16="http://schemas.microsoft.com/office/drawing/2014/main" val="1566295071"/>
                    </a:ext>
                  </a:extLst>
                </a:gridCol>
              </a:tblGrid>
              <a:tr h="370840">
                <a:tc>
                  <a:txBody>
                    <a:bodyPr/>
                    <a:lstStyle/>
                    <a:p>
                      <a:r>
                        <a:rPr lang="en-US" dirty="0"/>
                        <a:t>Date</a:t>
                      </a:r>
                      <a:endParaRPr lang="en-IN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dirty="0"/>
                        <a:t>Purpose</a:t>
                      </a:r>
                      <a:endParaRPr lang="en-IN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905843625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r>
                        <a:rPr lang="en-US" dirty="0"/>
                        <a:t>25.10.2026</a:t>
                      </a:r>
                      <a:endParaRPr lang="en-IN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dirty="0"/>
                        <a:t>Birthday</a:t>
                      </a:r>
                      <a:endParaRPr lang="en-IN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2282568123"/>
                  </a:ext>
                </a:extLst>
              </a:tr>
            </a:tbl>
          </a:graphicData>
        </a:graphic>
      </p:graphicFrame>
      <p:sp>
        <p:nvSpPr>
          <p:cNvPr id="5" name="TextBox 4">
            <a:extLst>
              <a:ext uri="{FF2B5EF4-FFF2-40B4-BE49-F238E27FC236}">
                <a16:creationId xmlns:a16="http://schemas.microsoft.com/office/drawing/2014/main" id="{2EAF2B15-82C4-8E9B-4EF6-DB4DAD0C5B8F}"/>
              </a:ext>
            </a:extLst>
          </p:cNvPr>
          <p:cNvSpPr txBox="1"/>
          <p:nvPr/>
        </p:nvSpPr>
        <p:spPr>
          <a:xfrm>
            <a:off x="8238744" y="2842090"/>
            <a:ext cx="1235456" cy="30777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1400" dirty="0"/>
              <a:t>+ add row</a:t>
            </a:r>
            <a:endParaRPr lang="en-IN" sz="1400" dirty="0"/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7DD89A91-B480-F801-0E57-B0C5BA32EF4A}"/>
              </a:ext>
            </a:extLst>
          </p:cNvPr>
          <p:cNvSpPr txBox="1"/>
          <p:nvPr/>
        </p:nvSpPr>
        <p:spPr>
          <a:xfrm>
            <a:off x="10764774" y="1915744"/>
            <a:ext cx="1067562" cy="64633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sz="1800" dirty="0"/>
              <a:t>add row button</a:t>
            </a:r>
            <a:endParaRPr lang="en-IN" dirty="0"/>
          </a:p>
        </p:txBody>
      </p:sp>
      <p:cxnSp>
        <p:nvCxnSpPr>
          <p:cNvPr id="9" name="Straight Arrow Connector 8">
            <a:extLst>
              <a:ext uri="{FF2B5EF4-FFF2-40B4-BE49-F238E27FC236}">
                <a16:creationId xmlns:a16="http://schemas.microsoft.com/office/drawing/2014/main" id="{7DEBFBFA-82AA-0355-4F9E-66BDF44950E0}"/>
              </a:ext>
            </a:extLst>
          </p:cNvPr>
          <p:cNvCxnSpPr>
            <a:cxnSpLocks/>
            <a:stCxn id="7" idx="2"/>
            <a:endCxn id="5" idx="3"/>
          </p:cNvCxnSpPr>
          <p:nvPr/>
        </p:nvCxnSpPr>
        <p:spPr>
          <a:xfrm flipH="1">
            <a:off x="9474200" y="2562075"/>
            <a:ext cx="1824355" cy="433904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1314427142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Rectangle: Rounded Corners 3">
            <a:extLst>
              <a:ext uri="{FF2B5EF4-FFF2-40B4-BE49-F238E27FC236}">
                <a16:creationId xmlns:a16="http://schemas.microsoft.com/office/drawing/2014/main" id="{2B4C5005-E60E-56C8-622E-97CE6BC7ECE5}"/>
              </a:ext>
            </a:extLst>
          </p:cNvPr>
          <p:cNvSpPr/>
          <p:nvPr/>
        </p:nvSpPr>
        <p:spPr>
          <a:xfrm>
            <a:off x="6601968" y="4050792"/>
            <a:ext cx="2697480" cy="448056"/>
          </a:xfrm>
          <a:prstGeom prst="round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IN"/>
          </a:p>
        </p:txBody>
      </p:sp>
    </p:spTree>
    <p:extLst>
      <p:ext uri="{BB962C8B-B14F-4D97-AF65-F5344CB8AC3E}">
        <p14:creationId xmlns:p14="http://schemas.microsoft.com/office/powerpoint/2010/main" val="1667848037"/>
      </p:ext>
    </p:extLst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923</TotalTime>
  <Words>99</Words>
  <Application>Microsoft Office PowerPoint</Application>
  <PresentationFormat>Widescreen</PresentationFormat>
  <Paragraphs>58</Paragraphs>
  <Slides>4</Slides>
  <Notes>0</Notes>
  <HiddenSlides>0</HiddenSlides>
  <MMClips>0</MMClips>
  <ScaleCrop>false</ScaleCrop>
  <HeadingPairs>
    <vt:vector size="6" baseType="variant">
      <vt:variant>
        <vt:lpstr>Fonts Used</vt:lpstr>
      </vt:variant>
      <vt:variant>
        <vt:i4>3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4</vt:i4>
      </vt:variant>
    </vt:vector>
  </HeadingPairs>
  <TitlesOfParts>
    <vt:vector size="8" baseType="lpstr">
      <vt:lpstr>Aptos</vt:lpstr>
      <vt:lpstr>Aptos Display</vt:lpstr>
      <vt:lpstr>Arial</vt:lpstr>
      <vt:lpstr>Office Theme</vt:lpstr>
      <vt:lpstr>PowerPoint Presentation</vt:lpstr>
      <vt:lpstr>PowerPoint Presentation</vt:lpstr>
      <vt:lpstr>PowerPoint Presentation</vt:lpstr>
      <vt:lpstr>PowerPoint Presentation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creator>sudip chakraborty</dc:creator>
  <cp:lastModifiedBy>sudip chakraborty</cp:lastModifiedBy>
  <cp:revision>2</cp:revision>
  <dcterms:created xsi:type="dcterms:W3CDTF">2026-10-21T13:09:34Z</dcterms:created>
  <dcterms:modified xsi:type="dcterms:W3CDTF">2026-10-25T18:08:48Z</dcterms:modified>
</cp:coreProperties>
</file>