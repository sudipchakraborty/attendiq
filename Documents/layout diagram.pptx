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5D899-2C6A-060C-4709-2FB5FA02C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48B50-F7D5-D625-D4FF-8737F539A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BE25B-E48D-E41F-18E1-913BEE66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C3D98-C75A-0DBC-3E3F-AF064BCA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48AB-0DD0-5867-A589-93B46487F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5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79D1-3AEE-4418-1CB8-0381D6E2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B9D21-A463-E88E-D536-DD6E541FC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49A9D-359A-E0F9-7764-FC9EEBA5D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14E42-2C50-E54B-34CA-B3DB35D5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28EC6-45B7-AD8F-A9B7-D9A27D0F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1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E4C6-E35D-548A-3589-ECC1C0C8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AB07D-9CE3-E635-1FD0-107371437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43BF8-73FF-2739-20F4-F9A47E9F4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097CE-2DA7-1131-762F-B1323B60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1528-8FD7-B947-10AD-671937DCB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88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F041-F064-E814-BCD9-67F6A946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E2CD-B290-59AE-A42F-6F1944600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04887-0369-B01A-B359-BEE79F636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4793F-E9E1-279C-1022-FCD01EE83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592B9-B5F1-0A45-3EE7-75C0F57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3AFF3-EEA9-707A-D08E-ABED28CA9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99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1FDC-5C70-F33E-52F2-404CA655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C9CE5-7441-4707-2997-92D3E9990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8F315-7050-A07B-F355-14B0CE6AA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478CE-2F4F-D402-43A0-FE1FEB08B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6B5960-94FB-6201-C59F-3ACF28401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BA886-AF67-5ABB-3C8B-E44368B0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0DD163-1238-9F96-2922-392E8881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D3581-17BF-2921-2795-C9A68BD2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24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73242-FB94-5751-E84D-51532B260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1BE49-D090-6A6D-6FF9-0E028D36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7F6A1-2629-B885-4630-A79DFDB2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C5EC1-14EF-56C5-A6D5-95F54516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9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85293-0830-AE78-BA70-634587D6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F914A6-A999-2717-408C-3E819AD2D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BE9EC-911E-DB1A-0F3F-5F2C48DE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81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FB16-DF80-8A60-940C-DE8B0466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9A74F-F303-FD7C-3F5E-54ACEA13D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B677E-1E3B-3247-D675-D6BE3A287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0D414-730B-29FF-4647-FF4ABF3E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8D332-3DA1-F2DA-9F1A-01D73768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F7B5C-D898-B1EA-A79C-E72C615F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69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66A9-8771-52D6-8BFE-E2A01D2E0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AC073-9073-1119-CECA-C79F5ED3327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B77FB-ADFD-9E60-5D26-212964507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AAD89-21F3-413D-6A14-E946D468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BDF3B-084F-74CF-850B-BEA052AF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592B5-A932-1444-4431-69502B8F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790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BA15-3478-8769-0530-AAECDD5E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D5C44-4367-9B8A-589E-30A0DBC59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EA8E1-5450-129F-8B87-139F6A888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75D35-BECF-3321-A9C9-0B098269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03BAA-FC58-4B3C-0778-63B20848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39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A1AF7-3B45-C41E-742D-40BB1EB8F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4F3EC-E5E9-CCBB-46F9-508F7E10F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79239-7617-2B5F-3613-66207DC0F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4608C-E235-0928-CD9C-D7350846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888AD-5096-754F-EEA6-E717A802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61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65185-0AC2-EF1A-097D-F631B0CF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03C3F-4BCF-EF5A-9DF6-EE5B8B51C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F2C14-A7FB-118E-DEEA-2FF3DE4B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CD55B-94AA-40FF-AB95-A06B07D49F4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620D1-D9A7-6FCA-9033-C67167BDB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3C6B6-C448-C72E-A6FB-321C84718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90AA8-9F88-4091-86D0-099700C1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563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25F1CC-5018-6773-4C10-2A78613CAA5E}"/>
              </a:ext>
            </a:extLst>
          </p:cNvPr>
          <p:cNvSpPr/>
          <p:nvPr/>
        </p:nvSpPr>
        <p:spPr>
          <a:xfrm>
            <a:off x="676656" y="512064"/>
            <a:ext cx="10826496" cy="5513832"/>
          </a:xfrm>
          <a:prstGeom prst="roundRect">
            <a:avLst>
              <a:gd name="adj" fmla="val 240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50DD40-2845-5CB1-5ACD-D13CA02CC613}"/>
              </a:ext>
            </a:extLst>
          </p:cNvPr>
          <p:cNvSpPr/>
          <p:nvPr/>
        </p:nvSpPr>
        <p:spPr>
          <a:xfrm>
            <a:off x="1645920" y="1261872"/>
            <a:ext cx="3099816" cy="393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B8185-0290-9A55-1C11-7A614B493EF5}"/>
              </a:ext>
            </a:extLst>
          </p:cNvPr>
          <p:cNvSpPr txBox="1"/>
          <p:nvPr/>
        </p:nvSpPr>
        <p:spPr>
          <a:xfrm>
            <a:off x="4745736" y="1261872"/>
            <a:ext cx="2700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Monthly Attendance File Upload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8C549D-4A94-5896-CE58-1D67C598F1A6}"/>
              </a:ext>
            </a:extLst>
          </p:cNvPr>
          <p:cNvSpPr/>
          <p:nvPr/>
        </p:nvSpPr>
        <p:spPr>
          <a:xfrm>
            <a:off x="1645920" y="1874520"/>
            <a:ext cx="3099816" cy="393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6A02B0-48DF-7B91-D347-B274C62DA8FD}"/>
              </a:ext>
            </a:extLst>
          </p:cNvPr>
          <p:cNvSpPr txBox="1"/>
          <p:nvPr/>
        </p:nvSpPr>
        <p:spPr>
          <a:xfrm>
            <a:off x="4745736" y="1874521"/>
            <a:ext cx="1929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Weekly leave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D5C4A7-3E86-46AD-DC80-2D88DC4A3741}"/>
              </a:ext>
            </a:extLst>
          </p:cNvPr>
          <p:cNvSpPr/>
          <p:nvPr/>
        </p:nvSpPr>
        <p:spPr>
          <a:xfrm>
            <a:off x="1645920" y="2457739"/>
            <a:ext cx="3099816" cy="393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10,12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C3410-B6D4-84B6-CB67-D406E917F93C}"/>
              </a:ext>
            </a:extLst>
          </p:cNvPr>
          <p:cNvSpPr txBox="1"/>
          <p:nvPr/>
        </p:nvSpPr>
        <p:spPr>
          <a:xfrm>
            <a:off x="6503670" y="2457739"/>
            <a:ext cx="1929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Monthly Holiday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0CDABA-BDB3-349D-FC9C-D450AE58C066}"/>
              </a:ext>
            </a:extLst>
          </p:cNvPr>
          <p:cNvSpPr txBox="1"/>
          <p:nvPr/>
        </p:nvSpPr>
        <p:spPr>
          <a:xfrm>
            <a:off x="4860036" y="2381012"/>
            <a:ext cx="110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From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F2B61-A52C-8781-CFB4-E89E0E2243A5}"/>
              </a:ext>
            </a:extLst>
          </p:cNvPr>
          <p:cNvSpPr txBox="1"/>
          <p:nvPr/>
        </p:nvSpPr>
        <p:spPr>
          <a:xfrm>
            <a:off x="4869180" y="2583967"/>
            <a:ext cx="170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From Textbox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EEB92F-4A49-53D9-89E9-361A69A4ECEC}"/>
              </a:ext>
            </a:extLst>
          </p:cNvPr>
          <p:cNvSpPr/>
          <p:nvPr/>
        </p:nvSpPr>
        <p:spPr>
          <a:xfrm>
            <a:off x="2996184" y="3240657"/>
            <a:ext cx="1475232" cy="393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10,12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1B048A-6E0C-1091-8813-61FC74973322}"/>
              </a:ext>
            </a:extLst>
          </p:cNvPr>
          <p:cNvSpPr txBox="1"/>
          <p:nvPr/>
        </p:nvSpPr>
        <p:spPr>
          <a:xfrm>
            <a:off x="5315713" y="3238556"/>
            <a:ext cx="124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Tiffin Time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CA151-0B40-D911-1676-BB1CF90A90B2}"/>
              </a:ext>
            </a:extLst>
          </p:cNvPr>
          <p:cNvSpPr txBox="1"/>
          <p:nvPr/>
        </p:nvSpPr>
        <p:spPr>
          <a:xfrm>
            <a:off x="1096137" y="3240657"/>
            <a:ext cx="190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Office Start Time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EE4E1-FA33-AE51-FBD0-E9D4E16B666C}"/>
              </a:ext>
            </a:extLst>
          </p:cNvPr>
          <p:cNvSpPr/>
          <p:nvPr/>
        </p:nvSpPr>
        <p:spPr>
          <a:xfrm>
            <a:off x="6560058" y="3240657"/>
            <a:ext cx="844298" cy="393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727F6-3049-BA76-9C4F-50EE21A69920}"/>
              </a:ext>
            </a:extLst>
          </p:cNvPr>
          <p:cNvSpPr txBox="1"/>
          <p:nvPr/>
        </p:nvSpPr>
        <p:spPr>
          <a:xfrm>
            <a:off x="8378190" y="3249591"/>
            <a:ext cx="110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End time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673005-E761-47D7-3506-52227354C046}"/>
              </a:ext>
            </a:extLst>
          </p:cNvPr>
          <p:cNvSpPr/>
          <p:nvPr/>
        </p:nvSpPr>
        <p:spPr>
          <a:xfrm>
            <a:off x="9474708" y="3264095"/>
            <a:ext cx="1475232" cy="393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10,12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DB30CA-FF76-48F2-4EB9-96E37B2C6908}"/>
              </a:ext>
            </a:extLst>
          </p:cNvPr>
          <p:cNvSpPr txBox="1"/>
          <p:nvPr/>
        </p:nvSpPr>
        <p:spPr>
          <a:xfrm>
            <a:off x="7404356" y="3291421"/>
            <a:ext cx="84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F21A77-B130-CB27-3E23-CEE47FEF16BA}"/>
              </a:ext>
            </a:extLst>
          </p:cNvPr>
          <p:cNvSpPr/>
          <p:nvPr/>
        </p:nvSpPr>
        <p:spPr>
          <a:xfrm>
            <a:off x="1645920" y="3862288"/>
            <a:ext cx="3099816" cy="393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14F419-931C-FC46-BB30-86C8A6D1A1E4}"/>
              </a:ext>
            </a:extLst>
          </p:cNvPr>
          <p:cNvSpPr txBox="1"/>
          <p:nvPr/>
        </p:nvSpPr>
        <p:spPr>
          <a:xfrm>
            <a:off x="4745736" y="3872485"/>
            <a:ext cx="1929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Salary list Upload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1BC3D27-AB26-A1B5-EDB6-2A163770A3A9}"/>
              </a:ext>
            </a:extLst>
          </p:cNvPr>
          <p:cNvSpPr/>
          <p:nvPr/>
        </p:nvSpPr>
        <p:spPr>
          <a:xfrm>
            <a:off x="9658350" y="5597094"/>
            <a:ext cx="1309878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Report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05F127-77D0-90CB-BCE7-B13B83F83E9A}"/>
              </a:ext>
            </a:extLst>
          </p:cNvPr>
          <p:cNvSpPr txBox="1"/>
          <p:nvPr/>
        </p:nvSpPr>
        <p:spPr>
          <a:xfrm>
            <a:off x="7543800" y="996696"/>
            <a:ext cx="2700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file upload but selected  start and end calculate. Keep </a:t>
            </a:r>
            <a:r>
              <a:rPr lang="en-IN" dirty="0" err="1"/>
              <a:t>calender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13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022EF2-9D35-54DE-8CC5-C3EEB87DBE7F}"/>
              </a:ext>
            </a:extLst>
          </p:cNvPr>
          <p:cNvSpPr/>
          <p:nvPr/>
        </p:nvSpPr>
        <p:spPr>
          <a:xfrm>
            <a:off x="9914382" y="5843982"/>
            <a:ext cx="1309878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Download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3AC79-0FAD-B583-7891-4ECCA0DFA078}"/>
              </a:ext>
            </a:extLst>
          </p:cNvPr>
          <p:cNvSpPr txBox="1"/>
          <p:nvPr/>
        </p:nvSpPr>
        <p:spPr>
          <a:xfrm>
            <a:off x="5065776" y="605290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Report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F74A99-4ECA-5239-A0A3-CDF4220C2361}"/>
              </a:ext>
            </a:extLst>
          </p:cNvPr>
          <p:cNvSpPr/>
          <p:nvPr/>
        </p:nvSpPr>
        <p:spPr>
          <a:xfrm>
            <a:off x="1261872" y="1704212"/>
            <a:ext cx="85916" cy="864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0D9237-F35C-E210-B274-2B12BB064575}"/>
              </a:ext>
            </a:extLst>
          </p:cNvPr>
          <p:cNvSpPr/>
          <p:nvPr/>
        </p:nvSpPr>
        <p:spPr>
          <a:xfrm>
            <a:off x="1161288" y="1591056"/>
            <a:ext cx="265176" cy="2743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F0DF7-2A39-B1FA-837B-2D418F814BD6}"/>
              </a:ext>
            </a:extLst>
          </p:cNvPr>
          <p:cNvSpPr txBox="1"/>
          <p:nvPr/>
        </p:nvSpPr>
        <p:spPr>
          <a:xfrm>
            <a:off x="1767840" y="1508760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Weekly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7E2089-DCCC-9DAD-1D7D-5C96213EDD0D}"/>
              </a:ext>
            </a:extLst>
          </p:cNvPr>
          <p:cNvSpPr/>
          <p:nvPr/>
        </p:nvSpPr>
        <p:spPr>
          <a:xfrm>
            <a:off x="1261872" y="2186700"/>
            <a:ext cx="85916" cy="864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1E4EB2F-2877-999C-D20A-7B782F89D7C0}"/>
              </a:ext>
            </a:extLst>
          </p:cNvPr>
          <p:cNvSpPr/>
          <p:nvPr/>
        </p:nvSpPr>
        <p:spPr>
          <a:xfrm>
            <a:off x="1161288" y="2073544"/>
            <a:ext cx="265176" cy="2743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252605-B70D-F51F-5C24-140EAE5E2720}"/>
              </a:ext>
            </a:extLst>
          </p:cNvPr>
          <p:cNvSpPr txBox="1"/>
          <p:nvPr/>
        </p:nvSpPr>
        <p:spPr>
          <a:xfrm>
            <a:off x="1767840" y="199124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Monthly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F29E44-200A-A38E-1C20-DA574AD669DC}"/>
              </a:ext>
            </a:extLst>
          </p:cNvPr>
          <p:cNvSpPr/>
          <p:nvPr/>
        </p:nvSpPr>
        <p:spPr>
          <a:xfrm>
            <a:off x="1261872" y="2656472"/>
            <a:ext cx="85916" cy="864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D3910C-FB68-0E26-383F-037E263EEA2C}"/>
              </a:ext>
            </a:extLst>
          </p:cNvPr>
          <p:cNvSpPr/>
          <p:nvPr/>
        </p:nvSpPr>
        <p:spPr>
          <a:xfrm>
            <a:off x="1161288" y="2543316"/>
            <a:ext cx="265176" cy="2743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4782A2-C213-7211-8A50-20AB8B8DF75B}"/>
              </a:ext>
            </a:extLst>
          </p:cNvPr>
          <p:cNvSpPr txBox="1"/>
          <p:nvPr/>
        </p:nvSpPr>
        <p:spPr>
          <a:xfrm>
            <a:off x="1767840" y="2461020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Yearly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EA5934-6900-D2D1-B2EE-F6493AE4B022}"/>
              </a:ext>
            </a:extLst>
          </p:cNvPr>
          <p:cNvSpPr/>
          <p:nvPr/>
        </p:nvSpPr>
        <p:spPr>
          <a:xfrm>
            <a:off x="1261872" y="3196632"/>
            <a:ext cx="85916" cy="864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FC86C3-67F7-D591-2C47-4651B9E16CF2}"/>
              </a:ext>
            </a:extLst>
          </p:cNvPr>
          <p:cNvSpPr/>
          <p:nvPr/>
        </p:nvSpPr>
        <p:spPr>
          <a:xfrm>
            <a:off x="1161288" y="3083476"/>
            <a:ext cx="265176" cy="2743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72FD92-8BCE-AF95-0707-29D4438997D1}"/>
              </a:ext>
            </a:extLst>
          </p:cNvPr>
          <p:cNvSpPr txBox="1"/>
          <p:nvPr/>
        </p:nvSpPr>
        <p:spPr>
          <a:xfrm>
            <a:off x="1767840" y="3001180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9C5AE8-A3C8-04C9-3C91-A4182386DC36}"/>
              </a:ext>
            </a:extLst>
          </p:cNvPr>
          <p:cNvSpPr txBox="1"/>
          <p:nvPr/>
        </p:nvSpPr>
        <p:spPr>
          <a:xfrm>
            <a:off x="5559552" y="1704212"/>
            <a:ext cx="5129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Individual report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2470E9C-A8C8-1580-6C24-3C3A1D4F1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551540"/>
              </p:ext>
            </p:extLst>
          </p:nvPr>
        </p:nvGraphicFramePr>
        <p:xfrm>
          <a:off x="2883410" y="2514600"/>
          <a:ext cx="90495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189">
                  <a:extLst>
                    <a:ext uri="{9D8B030D-6E8A-4147-A177-3AD203B41FA5}">
                      <a16:colId xmlns:a16="http://schemas.microsoft.com/office/drawing/2014/main" val="658167059"/>
                    </a:ext>
                  </a:extLst>
                </a:gridCol>
                <a:gridCol w="1131189">
                  <a:extLst>
                    <a:ext uri="{9D8B030D-6E8A-4147-A177-3AD203B41FA5}">
                      <a16:colId xmlns:a16="http://schemas.microsoft.com/office/drawing/2014/main" val="2504421756"/>
                    </a:ext>
                  </a:extLst>
                </a:gridCol>
                <a:gridCol w="1131189">
                  <a:extLst>
                    <a:ext uri="{9D8B030D-6E8A-4147-A177-3AD203B41FA5}">
                      <a16:colId xmlns:a16="http://schemas.microsoft.com/office/drawing/2014/main" val="2645067491"/>
                    </a:ext>
                  </a:extLst>
                </a:gridCol>
                <a:gridCol w="1131189">
                  <a:extLst>
                    <a:ext uri="{9D8B030D-6E8A-4147-A177-3AD203B41FA5}">
                      <a16:colId xmlns:a16="http://schemas.microsoft.com/office/drawing/2014/main" val="2146295636"/>
                    </a:ext>
                  </a:extLst>
                </a:gridCol>
                <a:gridCol w="1131189">
                  <a:extLst>
                    <a:ext uri="{9D8B030D-6E8A-4147-A177-3AD203B41FA5}">
                      <a16:colId xmlns:a16="http://schemas.microsoft.com/office/drawing/2014/main" val="2496263421"/>
                    </a:ext>
                  </a:extLst>
                </a:gridCol>
                <a:gridCol w="1131189">
                  <a:extLst>
                    <a:ext uri="{9D8B030D-6E8A-4147-A177-3AD203B41FA5}">
                      <a16:colId xmlns:a16="http://schemas.microsoft.com/office/drawing/2014/main" val="3589713064"/>
                    </a:ext>
                  </a:extLst>
                </a:gridCol>
                <a:gridCol w="1131189">
                  <a:extLst>
                    <a:ext uri="{9D8B030D-6E8A-4147-A177-3AD203B41FA5}">
                      <a16:colId xmlns:a16="http://schemas.microsoft.com/office/drawing/2014/main" val="816358044"/>
                    </a:ext>
                  </a:extLst>
                </a:gridCol>
                <a:gridCol w="1131189">
                  <a:extLst>
                    <a:ext uri="{9D8B030D-6E8A-4147-A177-3AD203B41FA5}">
                      <a16:colId xmlns:a16="http://schemas.microsoft.com/office/drawing/2014/main" val="2721109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Start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Tiffin Time</a:t>
                      </a:r>
                    </a:p>
                    <a:p>
                      <a:r>
                        <a:rPr lang="en-IN" sz="1200" dirty="0"/>
                        <a:t>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Tiffin Time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Exit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Working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25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20.10.2026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Mahendra Kole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09:00:00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15:00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19:00:00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49630"/>
                  </a:ext>
                </a:extLst>
              </a:tr>
            </a:tbl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024C19-5D18-C731-84A4-8B311876DD3A}"/>
              </a:ext>
            </a:extLst>
          </p:cNvPr>
          <p:cNvSpPr/>
          <p:nvPr/>
        </p:nvSpPr>
        <p:spPr>
          <a:xfrm>
            <a:off x="3477006" y="5359350"/>
            <a:ext cx="1415034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Total Salary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3DDD5DA-45A3-0811-D8A3-1D892F30D904}"/>
              </a:ext>
            </a:extLst>
          </p:cNvPr>
          <p:cNvSpPr/>
          <p:nvPr/>
        </p:nvSpPr>
        <p:spPr>
          <a:xfrm>
            <a:off x="5065776" y="5359350"/>
            <a:ext cx="1415034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20,000.00</a:t>
            </a:r>
          </a:p>
        </p:txBody>
      </p:sp>
    </p:spTree>
    <p:extLst>
      <p:ext uri="{BB962C8B-B14F-4D97-AF65-F5344CB8AC3E}">
        <p14:creationId xmlns:p14="http://schemas.microsoft.com/office/powerpoint/2010/main" val="2069953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75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 chakraborty</dc:creator>
  <cp:lastModifiedBy>sudip chakraborty</cp:lastModifiedBy>
  <cp:revision>1</cp:revision>
  <dcterms:created xsi:type="dcterms:W3CDTF">2026-10-21T13:09:34Z</dcterms:created>
  <dcterms:modified xsi:type="dcterms:W3CDTF">2026-10-21T18:21:16Z</dcterms:modified>
</cp:coreProperties>
</file>